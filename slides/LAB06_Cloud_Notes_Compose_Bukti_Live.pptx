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d9e94c663604e9d" /><Relationship Type="http://schemas.openxmlformats.org/officeDocument/2006/relationships/extended-properties" Target="/docProps/app.xml" Id="R2bf70c3277be4276" /><Relationship Type="http://schemas.openxmlformats.org/officeDocument/2006/relationships/officeDocument" Target="/ppt/presentation.xml" Id="R67edd38a6da543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1af11a7e2d4423"/>
  </p:sldMasterIdLst>
  <p:notesMasterIdLst>
    <p:notesMasterId xmlns:r="http://schemas.openxmlformats.org/officeDocument/2006/relationships" r:id="R1a364dcf44484985"/>
  </p:notesMasterIdLst>
  <p:sldIdLst>
    <p:sldId xmlns:r="http://schemas.openxmlformats.org/officeDocument/2006/relationships" id="256" r:id="R177e8860b2e34752"/>
    <p:sldId xmlns:r="http://schemas.openxmlformats.org/officeDocument/2006/relationships" id="257" r:id="Re06e986150574f41"/>
    <p:sldId xmlns:r="http://schemas.openxmlformats.org/officeDocument/2006/relationships" id="258" r:id="Rd287d45a39914a34"/>
    <p:sldId xmlns:r="http://schemas.openxmlformats.org/officeDocument/2006/relationships" id="259" r:id="Rff5a3364401949fc"/>
    <p:sldId xmlns:r="http://schemas.openxmlformats.org/officeDocument/2006/relationships" id="260" r:id="Rd833c74e5d5f4126"/>
    <p:sldId xmlns:r="http://schemas.openxmlformats.org/officeDocument/2006/relationships" id="261" r:id="Rcf14c9cf84344ceb"/>
    <p:sldId xmlns:r="http://schemas.openxmlformats.org/officeDocument/2006/relationships" id="262" r:id="Rbe79ad3933c84551"/>
    <p:sldId xmlns:r="http://schemas.openxmlformats.org/officeDocument/2006/relationships" id="263" r:id="Rd5ec5c8692fb465b"/>
    <p:sldId xmlns:r="http://schemas.openxmlformats.org/officeDocument/2006/relationships" id="264" r:id="Rba78d09d9b144b17"/>
    <p:sldId xmlns:r="http://schemas.openxmlformats.org/officeDocument/2006/relationships" id="265" r:id="Rd496fbe93ff84f3c"/>
    <p:sldId xmlns:r="http://schemas.openxmlformats.org/officeDocument/2006/relationships" id="266" r:id="R97749994b48f4460"/>
    <p:sldId xmlns:r="http://schemas.openxmlformats.org/officeDocument/2006/relationships" id="267" r:id="R265f04da6bde44b8"/>
    <p:sldId xmlns:r="http://schemas.openxmlformats.org/officeDocument/2006/relationships" id="268" r:id="Re6fd785b10584b45"/>
    <p:sldId xmlns:r="http://schemas.openxmlformats.org/officeDocument/2006/relationships" id="269" r:id="R002af1e61cb841fc"/>
    <p:sldId xmlns:r="http://schemas.openxmlformats.org/officeDocument/2006/relationships" id="270" r:id="R611ad054f05e466e"/>
    <p:sldId xmlns:r="http://schemas.openxmlformats.org/officeDocument/2006/relationships" id="271" r:id="R16682a506f9a41db"/>
    <p:sldId xmlns:r="http://schemas.openxmlformats.org/officeDocument/2006/relationships" id="272" r:id="R38a3c496cc454d9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10c71319254336" /><Relationship Type="http://schemas.openxmlformats.org/officeDocument/2006/relationships/slideMaster" Target="/ppt/slideMasters/slideMaster1.xml" Id="R881af11a7e2d4423" /><Relationship Type="http://schemas.openxmlformats.org/officeDocument/2006/relationships/notesMaster" Target="/ppt/notesMasters/notesMaster1.xml" Id="R1a364dcf44484985" /><Relationship Type="http://schemas.openxmlformats.org/officeDocument/2006/relationships/presProps" Target="/ppt/presProps.xml" Id="Rd4ff0838c72b45ca" /><Relationship Type="http://schemas.openxmlformats.org/officeDocument/2006/relationships/viewProps" Target="/ppt/viewProps.xml" Id="Rbace233c3472414c" /><Relationship Type="http://schemas.openxmlformats.org/officeDocument/2006/relationships/tableStyles" Target="/ppt/tableStyles.xml" Id="Rdd4fe967979b4648" /><Relationship Type="http://schemas.openxmlformats.org/officeDocument/2006/relationships/slide" Target="/ppt/slides/slide1.xml" Id="R177e8860b2e34752" /><Relationship Type="http://schemas.openxmlformats.org/officeDocument/2006/relationships/slide" Target="/ppt/slides/slide2.xml" Id="Re06e986150574f41" /><Relationship Type="http://schemas.openxmlformats.org/officeDocument/2006/relationships/slide" Target="/ppt/slides/slide3.xml" Id="Rd287d45a39914a34" /><Relationship Type="http://schemas.openxmlformats.org/officeDocument/2006/relationships/slide" Target="/ppt/slides/slide4.xml" Id="Rff5a3364401949fc" /><Relationship Type="http://schemas.openxmlformats.org/officeDocument/2006/relationships/slide" Target="/ppt/slides/slide5.xml" Id="Rd833c74e5d5f4126" /><Relationship Type="http://schemas.openxmlformats.org/officeDocument/2006/relationships/slide" Target="/ppt/slides/slide6.xml" Id="Rcf14c9cf84344ceb" /><Relationship Type="http://schemas.openxmlformats.org/officeDocument/2006/relationships/slide" Target="/ppt/slides/slide7.xml" Id="Rbe79ad3933c84551" /><Relationship Type="http://schemas.openxmlformats.org/officeDocument/2006/relationships/slide" Target="/ppt/slides/slide8.xml" Id="Rd5ec5c8692fb465b" /><Relationship Type="http://schemas.openxmlformats.org/officeDocument/2006/relationships/slide" Target="/ppt/slides/slide9.xml" Id="Rba78d09d9b144b17" /><Relationship Type="http://schemas.openxmlformats.org/officeDocument/2006/relationships/slide" Target="/ppt/slides/slide10.xml" Id="Rd496fbe93ff84f3c" /><Relationship Type="http://schemas.openxmlformats.org/officeDocument/2006/relationships/slide" Target="/ppt/slides/slide11.xml" Id="R97749994b48f4460" /><Relationship Type="http://schemas.openxmlformats.org/officeDocument/2006/relationships/slide" Target="/ppt/slides/slide12.xml" Id="R265f04da6bde44b8" /><Relationship Type="http://schemas.openxmlformats.org/officeDocument/2006/relationships/slide" Target="/ppt/slides/slide13.xml" Id="Re6fd785b10584b45" /><Relationship Type="http://schemas.openxmlformats.org/officeDocument/2006/relationships/slide" Target="/ppt/slides/slide14.xml" Id="R002af1e61cb841fc" /><Relationship Type="http://schemas.openxmlformats.org/officeDocument/2006/relationships/slide" Target="/ppt/slides/slide15.xml" Id="R611ad054f05e466e" /><Relationship Type="http://schemas.openxmlformats.org/officeDocument/2006/relationships/slide" Target="/ppt/slides/slide16.xml" Id="R16682a506f9a41db" /><Relationship Type="http://schemas.openxmlformats.org/officeDocument/2006/relationships/slide" Target="/ppt/slides/slide17.xml" Id="R38a3c496cc454d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bb6c3c69914da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8ee6d0df2a4221" /><Relationship Type="http://schemas.openxmlformats.org/officeDocument/2006/relationships/notesMaster" Target="/ppt/notesMasters/notesMaster1.xml" Id="R3d13853e296749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23be3fbd22430d" /><Relationship Type="http://schemas.openxmlformats.org/officeDocument/2006/relationships/notesMaster" Target="/ppt/notesMasters/notesMaster1.xml" Id="R31de3a0c029d4a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f4cbe6e0074027" /><Relationship Type="http://schemas.openxmlformats.org/officeDocument/2006/relationships/notesMaster" Target="/ppt/notesMasters/notesMaster1.xml" Id="R842bed6d705441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584132f5b44d34" /><Relationship Type="http://schemas.openxmlformats.org/officeDocument/2006/relationships/notesMaster" Target="/ppt/notesMasters/notesMaster1.xml" Id="Rb3a21116b24747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8d22c0f2994571" /><Relationship Type="http://schemas.openxmlformats.org/officeDocument/2006/relationships/notesMaster" Target="/ppt/notesMasters/notesMaster1.xml" Id="R138b927baeae4b9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6e0b8df40f4b39" /><Relationship Type="http://schemas.openxmlformats.org/officeDocument/2006/relationships/notesMaster" Target="/ppt/notesMasters/notesMaster1.xml" Id="R88f52680afe54d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d039651a9d485a" /><Relationship Type="http://schemas.openxmlformats.org/officeDocument/2006/relationships/notesMaster" Target="/ppt/notesMasters/notesMaster1.xml" Id="Re760c0bce19b48c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f577d16104c41aa" /><Relationship Type="http://schemas.openxmlformats.org/officeDocument/2006/relationships/notesMaster" Target="/ppt/notesMasters/notesMaster1.xml" Id="Rb6aa46cdcc8f405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84bb978b9824fa3" /><Relationship Type="http://schemas.openxmlformats.org/officeDocument/2006/relationships/notesMaster" Target="/ppt/notesMasters/notesMaster1.xml" Id="Rb23cba54abb547a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49df596fca3435d" /><Relationship Type="http://schemas.openxmlformats.org/officeDocument/2006/relationships/notesMaster" Target="/ppt/notesMasters/notesMaster1.xml" Id="R8f78ee23e9624d1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91f29c70fe14b6a" /><Relationship Type="http://schemas.openxmlformats.org/officeDocument/2006/relationships/notesMaster" Target="/ppt/notesMasters/notesMaster1.xml" Id="R8f54daf8d7b444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90fd7da978d4b81" /><Relationship Type="http://schemas.openxmlformats.org/officeDocument/2006/relationships/notesMaster" Target="/ppt/notesMasters/notesMaster1.xml" Id="R5821583ed8fa47b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2c2c70e5874416f" /><Relationship Type="http://schemas.openxmlformats.org/officeDocument/2006/relationships/notesMaster" Target="/ppt/notesMasters/notesMaster1.xml" Id="R3f7d06fe581c497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0d046602c884a51" /><Relationship Type="http://schemas.openxmlformats.org/officeDocument/2006/relationships/notesMaster" Target="/ppt/notesMasters/notesMaster1.xml" Id="R8dcd6d51d69943a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adf8bfc864d4efd" /><Relationship Type="http://schemas.openxmlformats.org/officeDocument/2006/relationships/notesMaster" Target="/ppt/notesMasters/notesMaster1.xml" Id="Rb4d39a285b21405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19ade923a2c4be0" /><Relationship Type="http://schemas.openxmlformats.org/officeDocument/2006/relationships/notesMaster" Target="/ppt/notesMasters/notesMaster1.xml" Id="R08768954405e460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608278dffa54a67" /><Relationship Type="http://schemas.openxmlformats.org/officeDocument/2006/relationships/notesMaster" Target="/ppt/notesMasters/notesMaster1.xml" Id="Ra0982a73120f40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835167a34042e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f71ef393a14c05" /><Relationship Type="http://schemas.openxmlformats.org/officeDocument/2006/relationships/slideLayout" Target="/ppt/slideLayouts/slideLayout1.xml" Id="R27af479a64014b7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af479a64014b7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e939b7f0ab4764" /><Relationship Type="http://schemas.openxmlformats.org/officeDocument/2006/relationships/image" Target="/ppt/media/image.jpeg" Id="R693fc50d58b2453f" /><Relationship Type="http://schemas.openxmlformats.org/officeDocument/2006/relationships/image" Target="/ppt/media/image.png" Id="R518e64fa39044ff0" /><Relationship Type="http://schemas.openxmlformats.org/officeDocument/2006/relationships/image" Target="/ppt/media/image2.png" Id="Rdaf08f368f6640f4" /><Relationship Type="http://schemas.openxmlformats.org/officeDocument/2006/relationships/notesSlide" Target="/ppt/notesSlides/notesSlide1.xml" Id="R6a2311d6670e4d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1ab75c784f472b" /><Relationship Type="http://schemas.openxmlformats.org/officeDocument/2006/relationships/image" Target="/ppt/media/image.png" Id="Rd878fc0ba0304f70" /><Relationship Type="http://schemas.openxmlformats.org/officeDocument/2006/relationships/image" Target="/ppt/media/image2.png" Id="R443ddda635b247bc" /><Relationship Type="http://schemas.openxmlformats.org/officeDocument/2006/relationships/image" Target="/ppt/media/image3.png" Id="Ra5b88d8b87cb4282" /><Relationship Type="http://schemas.openxmlformats.org/officeDocument/2006/relationships/image" Target="/ppt/media/image4.png" Id="R23335261b49d438b" /><Relationship Type="http://schemas.openxmlformats.org/officeDocument/2006/relationships/image" Target="/ppt/media/image5.png" Id="R63a51685ef5842f4" /><Relationship Type="http://schemas.openxmlformats.org/officeDocument/2006/relationships/image" Target="/ppt/media/image6.png" Id="Rd0358a6360a84ae2" /><Relationship Type="http://schemas.openxmlformats.org/officeDocument/2006/relationships/image" Target="/ppt/media/image7.png" Id="R805431f0c906473e" /><Relationship Type="http://schemas.openxmlformats.org/officeDocument/2006/relationships/image" Target="/ppt/media/image8.png" Id="R8d1365030c55494e" /><Relationship Type="http://schemas.openxmlformats.org/officeDocument/2006/relationships/image" Target="/ppt/media/image9.png" Id="R5f9c569bb1894cd4" /><Relationship Type="http://schemas.openxmlformats.org/officeDocument/2006/relationships/notesSlide" Target="/ppt/notesSlides/notesSlide2.xml" Id="Rc26d5f0e374649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aa528a069848d3" /><Relationship Type="http://schemas.openxmlformats.org/officeDocument/2006/relationships/image" Target="/ppt/media/image.png" Id="R689e8b368bed4559" /><Relationship Type="http://schemas.openxmlformats.org/officeDocument/2006/relationships/image" Target="/ppt/media/image2.png" Id="R0cd6c2a169d347a4" /><Relationship Type="http://schemas.openxmlformats.org/officeDocument/2006/relationships/notesSlide" Target="/ppt/notesSlides/notesSlide3.xml" Id="R6aa673883cc745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e750aa3d124dc6" /><Relationship Type="http://schemas.openxmlformats.org/officeDocument/2006/relationships/image" Target="/ppt/media/image.png" Id="Ra918a0abae3a470f" /><Relationship Type="http://schemas.openxmlformats.org/officeDocument/2006/relationships/image" Target="/ppt/media/image2.png" Id="R27b0cb52d12e4446" /><Relationship Type="http://schemas.openxmlformats.org/officeDocument/2006/relationships/image" Target="/ppt/media/image3.png" Id="R58b6858c9e4e46e6" /><Relationship Type="http://schemas.openxmlformats.org/officeDocument/2006/relationships/image" Target="/ppt/media/image4.png" Id="R489736650ee349ab" /><Relationship Type="http://schemas.openxmlformats.org/officeDocument/2006/relationships/image" Target="/ppt/media/image5.png" Id="R881e4a253ea74383" /><Relationship Type="http://schemas.openxmlformats.org/officeDocument/2006/relationships/image" Target="/ppt/media/image6.png" Id="R536117099d124c81" /><Relationship Type="http://schemas.openxmlformats.org/officeDocument/2006/relationships/image" Target="/ppt/media/image7.png" Id="Rc5ab0aac74ca4e51" /><Relationship Type="http://schemas.openxmlformats.org/officeDocument/2006/relationships/image" Target="/ppt/media/image8.png" Id="Rddc8aad84dfb4fd1" /><Relationship Type="http://schemas.openxmlformats.org/officeDocument/2006/relationships/image" Target="/ppt/media/image9.png" Id="R22178c8389744681" /><Relationship Type="http://schemas.openxmlformats.org/officeDocument/2006/relationships/image" Target="/ppt/media/image10.png" Id="R48a98977a2ee4c0e" /><Relationship Type="http://schemas.openxmlformats.org/officeDocument/2006/relationships/notesSlide" Target="/ppt/notesSlides/notesSlide4.xml" Id="Rc6495fba987846a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12e9c999384225" /><Relationship Type="http://schemas.openxmlformats.org/officeDocument/2006/relationships/image" Target="/ppt/media/image.png" Id="R827635324c72463c" /><Relationship Type="http://schemas.openxmlformats.org/officeDocument/2006/relationships/image" Target="/ppt/media/image2.png" Id="R631ab3a5918143f8" /><Relationship Type="http://schemas.openxmlformats.org/officeDocument/2006/relationships/notesSlide" Target="/ppt/notesSlides/notesSlide5.xml" Id="R2fb4d50738ee4c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ac5228bbb044b2" /><Relationship Type="http://schemas.openxmlformats.org/officeDocument/2006/relationships/image" Target="/ppt/media/image.png" Id="R68f9d33bf936459a" /><Relationship Type="http://schemas.openxmlformats.org/officeDocument/2006/relationships/image" Target="/ppt/media/image2.png" Id="R9edbd7bd84c64dcf" /><Relationship Type="http://schemas.openxmlformats.org/officeDocument/2006/relationships/image" Target="/ppt/media/image3.png" Id="R6933fc2efe894b11" /><Relationship Type="http://schemas.openxmlformats.org/officeDocument/2006/relationships/image" Target="/ppt/media/image4.png" Id="Rcc55d118b7c04550" /><Relationship Type="http://schemas.openxmlformats.org/officeDocument/2006/relationships/image" Target="/ppt/media/image5.png" Id="Ra8a7ff6cc1c24afc" /><Relationship Type="http://schemas.openxmlformats.org/officeDocument/2006/relationships/image" Target="/ppt/media/image6.png" Id="R8c0f2b6e98194d5b" /><Relationship Type="http://schemas.openxmlformats.org/officeDocument/2006/relationships/image" Target="/ppt/media/image7.png" Id="R1e745627018e44d6" /><Relationship Type="http://schemas.openxmlformats.org/officeDocument/2006/relationships/image" Target="/ppt/media/image8.png" Id="R63c0da2f84344f84" /><Relationship Type="http://schemas.openxmlformats.org/officeDocument/2006/relationships/image" Target="/ppt/media/image9.png" Id="R06f2573431ac4d3d" /><Relationship Type="http://schemas.openxmlformats.org/officeDocument/2006/relationships/image" Target="/ppt/media/image11.png" Id="R49d2ea0a29dd4cfa" /><Relationship Type="http://schemas.openxmlformats.org/officeDocument/2006/relationships/notesSlide" Target="/ppt/notesSlides/notesSlide6.xml" Id="R8104dc5bf9ac4f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6407715fb74a00" /><Relationship Type="http://schemas.openxmlformats.org/officeDocument/2006/relationships/image" Target="/ppt/media/image.png" Id="Rd4eed1e5bb3c4d38" /><Relationship Type="http://schemas.openxmlformats.org/officeDocument/2006/relationships/image" Target="/ppt/media/image2.png" Id="R2b32e528bec64ee7" /><Relationship Type="http://schemas.openxmlformats.org/officeDocument/2006/relationships/notesSlide" Target="/ppt/notesSlides/notesSlide7.xml" Id="R7e53797d3ff9474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a9ddd97ea84f5b" /><Relationship Type="http://schemas.openxmlformats.org/officeDocument/2006/relationships/image" Target="/ppt/media/image.png" Id="Rec7873f1d453415f" /><Relationship Type="http://schemas.openxmlformats.org/officeDocument/2006/relationships/image" Target="/ppt/media/image2.png" Id="R754912beb4be421d" /><Relationship Type="http://schemas.openxmlformats.org/officeDocument/2006/relationships/image" Target="/ppt/media/image3.png" Id="Rbd6dbde04bc34e86" /><Relationship Type="http://schemas.openxmlformats.org/officeDocument/2006/relationships/image" Target="/ppt/media/image4.png" Id="Ra9305068f30e47e4" /><Relationship Type="http://schemas.openxmlformats.org/officeDocument/2006/relationships/image" Target="/ppt/media/image5.png" Id="R9be93c3d12994e68" /><Relationship Type="http://schemas.openxmlformats.org/officeDocument/2006/relationships/image" Target="/ppt/media/image6.png" Id="R4919cfac1d9b4717" /><Relationship Type="http://schemas.openxmlformats.org/officeDocument/2006/relationships/image" Target="/ppt/media/image7.png" Id="R3826ff25b9e5454e" /><Relationship Type="http://schemas.openxmlformats.org/officeDocument/2006/relationships/image" Target="/ppt/media/image8.png" Id="R37c6441961304da8" /><Relationship Type="http://schemas.openxmlformats.org/officeDocument/2006/relationships/image" Target="/ppt/media/image9.png" Id="Rfa11835f05864b24" /><Relationship Type="http://schemas.openxmlformats.org/officeDocument/2006/relationships/image" Target="/ppt/media/image12.png" Id="Rd9879048e2994347" /><Relationship Type="http://schemas.openxmlformats.org/officeDocument/2006/relationships/notesSlide" Target="/ppt/notesSlides/notesSlide8.xml" Id="Ra142d9bf764e46a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6dad2e09674b7b" /><Relationship Type="http://schemas.openxmlformats.org/officeDocument/2006/relationships/image" Target="/ppt/media/image.png" Id="R9f307d5bcb2948c6" /><Relationship Type="http://schemas.openxmlformats.org/officeDocument/2006/relationships/image" Target="/ppt/media/image2.png" Id="R38f23f396622496a" /><Relationship Type="http://schemas.openxmlformats.org/officeDocument/2006/relationships/notesSlide" Target="/ppt/notesSlides/notesSlide9.xml" Id="R93a82c14f5cf4f4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ce76a8ab584cd4" /><Relationship Type="http://schemas.openxmlformats.org/officeDocument/2006/relationships/image" Target="/ppt/media/image.png" Id="Rb48959a13ea047c6" /><Relationship Type="http://schemas.openxmlformats.org/officeDocument/2006/relationships/image" Target="/ppt/media/image2.png" Id="R73f2d393299e4b67" /><Relationship Type="http://schemas.openxmlformats.org/officeDocument/2006/relationships/image" Target="/ppt/media/image3.png" Id="Rb622216f085446d8" /><Relationship Type="http://schemas.openxmlformats.org/officeDocument/2006/relationships/image" Target="/ppt/media/image4.png" Id="R39e4db289d9e40ae" /><Relationship Type="http://schemas.openxmlformats.org/officeDocument/2006/relationships/image" Target="/ppt/media/image5.png" Id="R396aeafcb3dc48f6" /><Relationship Type="http://schemas.openxmlformats.org/officeDocument/2006/relationships/image" Target="/ppt/media/image6.png" Id="R939f1d0677654daa" /><Relationship Type="http://schemas.openxmlformats.org/officeDocument/2006/relationships/image" Target="/ppt/media/image7.png" Id="Rfb88022a2a864ef4" /><Relationship Type="http://schemas.openxmlformats.org/officeDocument/2006/relationships/image" Target="/ppt/media/image8.png" Id="Rc1e1e3c9730a47a6" /><Relationship Type="http://schemas.openxmlformats.org/officeDocument/2006/relationships/image" Target="/ppt/media/image9.png" Id="R4a16798a039a4f4d" /><Relationship Type="http://schemas.openxmlformats.org/officeDocument/2006/relationships/image" Target="/ppt/media/image13.png" Id="R829fd1a9c2214667" /><Relationship Type="http://schemas.openxmlformats.org/officeDocument/2006/relationships/notesSlide" Target="/ppt/notesSlides/notesSlide10.xml" Id="R19af93bf42b34d7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9b30ab0dc44b9" /><Relationship Type="http://schemas.openxmlformats.org/officeDocument/2006/relationships/image" Target="/ppt/media/image.png" Id="Ra539a7bcfd2e4f7a" /><Relationship Type="http://schemas.openxmlformats.org/officeDocument/2006/relationships/image" Target="/ppt/media/image2.png" Id="Re8cf349c2fce4448" /><Relationship Type="http://schemas.openxmlformats.org/officeDocument/2006/relationships/notesSlide" Target="/ppt/notesSlides/notesSlide11.xml" Id="R7bd692b7825b42b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c264ffa2e04be9" /><Relationship Type="http://schemas.openxmlformats.org/officeDocument/2006/relationships/image" Target="/ppt/media/image.png" Id="R8185856816d54834" /><Relationship Type="http://schemas.openxmlformats.org/officeDocument/2006/relationships/image" Target="/ppt/media/image2.png" Id="R245dff8fcd264232" /><Relationship Type="http://schemas.openxmlformats.org/officeDocument/2006/relationships/image" Target="/ppt/media/image3.png" Id="R6087fbf524154377" /><Relationship Type="http://schemas.openxmlformats.org/officeDocument/2006/relationships/image" Target="/ppt/media/image4.png" Id="Re2aed57e3ea146f5" /><Relationship Type="http://schemas.openxmlformats.org/officeDocument/2006/relationships/image" Target="/ppt/media/image5.png" Id="R7d0f65dad1ea4301" /><Relationship Type="http://schemas.openxmlformats.org/officeDocument/2006/relationships/image" Target="/ppt/media/image6.png" Id="R22032dba75f449a0" /><Relationship Type="http://schemas.openxmlformats.org/officeDocument/2006/relationships/image" Target="/ppt/media/image7.png" Id="Rce2c221d89834ab0" /><Relationship Type="http://schemas.openxmlformats.org/officeDocument/2006/relationships/image" Target="/ppt/media/image8.png" Id="Rc0d9ce13121e40f1" /><Relationship Type="http://schemas.openxmlformats.org/officeDocument/2006/relationships/image" Target="/ppt/media/image9.png" Id="Re7399dddda9a45cf" /><Relationship Type="http://schemas.openxmlformats.org/officeDocument/2006/relationships/image" Target="/ppt/media/image14.png" Id="R017cca41761a4122" /><Relationship Type="http://schemas.openxmlformats.org/officeDocument/2006/relationships/notesSlide" Target="/ppt/notesSlides/notesSlide12.xml" Id="R2c6213d5dfc74f0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a73af876fa4f30" /><Relationship Type="http://schemas.openxmlformats.org/officeDocument/2006/relationships/image" Target="/ppt/media/image.png" Id="R82b6dafaf4e94851" /><Relationship Type="http://schemas.openxmlformats.org/officeDocument/2006/relationships/image" Target="/ppt/media/image2.png" Id="R93205b7189344004" /><Relationship Type="http://schemas.openxmlformats.org/officeDocument/2006/relationships/notesSlide" Target="/ppt/notesSlides/notesSlide13.xml" Id="Rd8a36e7e79af482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68c03b772f412d" /><Relationship Type="http://schemas.openxmlformats.org/officeDocument/2006/relationships/image" Target="/ppt/media/image.png" Id="Rfff91ab06282476d" /><Relationship Type="http://schemas.openxmlformats.org/officeDocument/2006/relationships/image" Target="/ppt/media/image2.png" Id="R123aeb816c5e4e84" /><Relationship Type="http://schemas.openxmlformats.org/officeDocument/2006/relationships/notesSlide" Target="/ppt/notesSlides/notesSlide14.xml" Id="R91dad2c8ad24479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c61612750f4988" /><Relationship Type="http://schemas.openxmlformats.org/officeDocument/2006/relationships/image" Target="/ppt/media/image.png" Id="R86cc730eeb6c4439" /><Relationship Type="http://schemas.openxmlformats.org/officeDocument/2006/relationships/image" Target="/ppt/media/image2.png" Id="R88773f5f020a4795" /><Relationship Type="http://schemas.openxmlformats.org/officeDocument/2006/relationships/image" Target="/ppt/media/image15.png" Id="R15566e026982410b" /><Relationship Type="http://schemas.openxmlformats.org/officeDocument/2006/relationships/notesSlide" Target="/ppt/notesSlides/notesSlide15.xml" Id="R502fc009dc824d4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bb0753e0234bfc" /><Relationship Type="http://schemas.openxmlformats.org/officeDocument/2006/relationships/image" Target="/ppt/media/image.png" Id="R6fa6819aaf074c3d" /><Relationship Type="http://schemas.openxmlformats.org/officeDocument/2006/relationships/image" Target="/ppt/media/image2.png" Id="R99138e24b1574ef5" /><Relationship Type="http://schemas.openxmlformats.org/officeDocument/2006/relationships/image" Target="/ppt/media/image16.png" Id="Rceacd072533e405f" /><Relationship Type="http://schemas.openxmlformats.org/officeDocument/2006/relationships/notesSlide" Target="/ppt/notesSlides/notesSlide16.xml" Id="R5a3722256fc341a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93ddcec89146ce" /><Relationship Type="http://schemas.openxmlformats.org/officeDocument/2006/relationships/image" Target="/ppt/media/image.png" Id="Rb14488d2052d4477" /><Relationship Type="http://schemas.openxmlformats.org/officeDocument/2006/relationships/image" Target="/ppt/media/image2.png" Id="Re57afe579d8d46e9" /><Relationship Type="http://schemas.openxmlformats.org/officeDocument/2006/relationships/image" Target="/ppt/media/image17.png" Id="Rcd4b67e1d465483e" /><Relationship Type="http://schemas.openxmlformats.org/officeDocument/2006/relationships/notesSlide" Target="/ppt/notesSlides/notesSlide17.xml" Id="R7737174248d34aa3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93fc50d58b2453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8e64fa39044f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f08f368f6640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15BF6018-CFBB-49E0-BDFB-9510CB99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6   |   100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72E98578-42EB-4C67-9752-E0FCD1A6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COMPOSE</a:t>
            </a:r>
            <a:endParaRPr sz="46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36A20F08-B940-47DE-8CEB-5A585678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API + POSTGRES + REDIS</a:t>
            </a:r>
            <a:endParaRPr sz="2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BC9E88A1-B589-4E5C-A850-E8A6D9ED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Cloud Notes persisten dengan healthcheck, cache, volume, dan profile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A9E5E0E7-83D7-4CF3-A99D-234F2DDD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38BEABB-80DB-43B3-B851-E8D74600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6  |  DOCKER COMPOSE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AAD3A022-852C-4863-A493-63320354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06CA6A1-2835-4D36-86BB-52DE0382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70648867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F594A2B-3A39-4AFA-902F-2E0833AC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E06ADFB-B9AC-4FAC-9F99-9804CAC4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8E2EC42-4047-43A9-AC51-69F74ADF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78fc0ba0304f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3ddda635b247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B87B320-9124-4A77-8842-7789FC63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FFA6900-6D9B-49FD-8D93-DF4B7F02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06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B03426B-F44F-4506-A0B7-7D181160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Satu Compose menjalankan tiga service dan menyimpan catatan di volume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3FDA1C15-9A59-4772-823A-6DB86AC12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F1BA425-2F58-4D75-B471-218711C5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 xmlns:a="http://schemas.openxmlformats.org/drawingml/2006/main">
            <a:pPr marL="0" indent="0">
              <a:buNone/>
            </a:pPr>
            <a:endParaRPr sz="1100" b="1" kern="0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b88d8b87cb42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3FD3B27F-258B-4932-9791-7BC600A0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Siapkan .env dan secret lokal</a:t>
            </a:r>
            <a:endParaRPr sz="1600"/>
          </a:p>
        </p:txBody>
      </p:sp>
      <p:pic>
        <p:nvPicPr>
          <p:cNvPr id="5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335261b49d43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A5455A1B-9B01-4E40-8E9E-1366FBA6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Validasi compose.yaml sebelum up</a:t>
            </a:r>
            <a:endParaRPr sz="1600"/>
          </a:p>
        </p:txBody>
      </p:sp>
      <p:pic>
        <p:nvPicPr>
          <p:cNvPr id="5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a51685ef5842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81D0078C-DFFB-4036-B832-D160C073F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Tunggu API, DB, Redis healthy</a:t>
            </a:r>
            <a:endParaRPr sz="1600"/>
          </a:p>
        </p:txBody>
      </p:sp>
      <p:pic>
        <p:nvPicPr>
          <p:cNvPr id="5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358a6360a84a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986E3B9F-84F2-4F34-85F0-E71827F1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network dengan nama service</a:t>
            </a:r>
            <a:endParaRPr sz="1600"/>
          </a:p>
        </p:txBody>
      </p:sp>
      <p:pic>
        <p:nvPicPr>
          <p:cNvPr id="5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5431f0c90647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6FF05C2F-8091-48F0-9D93-7057B0EF1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Bandingkan cache MISS lalu HIT</a:t>
            </a:r>
            <a:endParaRPr sz="1600"/>
          </a:p>
        </p:txBody>
      </p:sp>
      <p:pic>
        <p:nvPicPr>
          <p:cNvPr id="60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365030c5549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A4EF7AF9-FB00-4210-8865-CA153B1F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Buktikan catatan tetap tersimpan</a:t>
            </a:r>
            <a:endParaRPr sz="1600"/>
          </a:p>
        </p:txBody>
      </p:sp>
      <p:pic>
        <p:nvPicPr>
          <p:cNvPr id="6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9c569bb1894c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A214BB93-3C38-456A-BD24-A6C80B157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Profile debug, recovery, dan Git</a:t>
            </a:r>
            <a:endParaRPr sz="1600"/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14A7B157-790D-45FC-823D-AD54624B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47ADAD4B-DD5A-411A-AF14-05C22EFF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YANG DIKUMPULKAN</a:t>
            </a:r>
          </a:p>
          <a:p xmlns:a="http://schemas.openxmlformats.org/drawingml/2006/main">
            <a:pPr marL="0" indent="0">
              <a:buNone/>
            </a:pPr>
            <a:endParaRPr sz="1100" b="1" kern="0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mesin sendiri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1C6713E4-CF90-484B-9A0B-5B9B6617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Compose dan API Cloud Notes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Bukti tiga service sehat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MISS/HIT, SQL, persistensi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Commit tanpa password asli</a:t>
            </a:r>
            <a:endParaRPr sz="17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3150937-C688-4186-8C32-710DF394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E933DD9E-9B93-472F-8163-FF9DBF34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27357446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E608DDC-8CF8-4B82-B942-61953188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B42916A-5D3A-404A-BCAF-FF65F798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6F77B0A-3788-44CD-9D92-44530D79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e8b368bed45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d6c2a169d347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FC7EE18-124C-491F-8772-C7BDFBB4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8F502E0-24E7-45C9-87BF-91E54277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Siapkan secret dan jalankan stack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5096FCE-D129-4ECC-B8BC-BC8A52C4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root repo Lab 06; jangan unggah file password asli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BAFF480-EBF7-44D0-8372-FCD09826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5DD62DA4-9110-4EA8-A5E1-ABBF6845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50C8045C-3C1E-4A92-AF65-323F118B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68DA1E78-6365-4D59-95FB-05C13A43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7FBC75D9-0260-4FCA-BCD1-5AE2AA5E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6402679-87A1-4040-ACE9-B8D968FD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DD6F76FA-8F37-409F-8026-D135ED0C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Copy-Item secrets/db_password.txt.example `
  secrets/db_password.txt
Copy-Item .env.example .env
docker compose config --quiet
docker compose up --build -d --wait
docker compose ps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B41C7264-1074-4513-BF55-77A0F1F5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92D07BB3-7883-4914-A7DC-575539CA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2E1455D-2DBD-4B91-A4E7-3E9B4FA56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14F5EE9D-D9ED-43EE-9CFB-E1490025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5A78A53-A50B-4F9C-870B-5EC48635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3785280D-2946-44C1-84D8-E9D36D97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Mengapa urutan ini?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B03FAC9-1A08-4AE8-B260-79813D67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Copy membuat konfigurasi lokal.
config memvalidasi YAML dan referensi.
up --build membangun API FastAPI,
menjalankan Postgres dan Redis.
--wait menunggu semua service sehat.
Secret terpasang sebagai file,
tidak dicetak ke terminal.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5696644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0B9DC64-DF94-4E8B-A615-8259F27C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0D0C200-96C2-4EAA-9A59-42290672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E475D61-81A7-4C2E-9E7F-61FEBD62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18a0abae3a47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b0cb52d12e44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DBC35CE-080B-4C1A-A372-6DDD9996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BEDBAE7-D116-42FB-98EE-2679BCBC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Tiga service healthy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2AEA2A3-8CDF-42AD-A342-BB52E020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Compose membuat API, database, cache dalam satu network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B318A7A-8D80-4DAE-AC4F-30019763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5CD57D1-927D-477F-BE90-46DE2FCD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b6858c9e4e46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5AC71FA8-16C2-446D-84F1-9FBE424B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compose up membuat stack.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9736650ee349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5165A2D1-1A85-4447-B424-3EF50FB4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compose ps membaca status.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e4a253ea743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1267EDFD-674D-4808-B151-3BCAAAAF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api, db, cache harus healthy.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6117099d124c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85300BDF-3265-401F-8850-0227DE89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Hanya API mem-publish port 8000.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ab0aac74ca4e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898F6926-E9DC-4C97-B03F-E2FB5DD6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DB dan Redis hanya di network.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c8aad84dfb4f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B6D1595A-E971-4114-A6FB-51E23660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Jika starting, tunggu lalu cek ulang.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78c83897446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440F2FA1-B551-4699-AB97-C346EA61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logs membantu diagnosis service.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30C3FC8D-5D61-4EC7-B19F-E714752BD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536BD5F7-C1E1-4D2A-A833-44EE8E4C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65E6985E-C6B4-4C7F-95C1-A713183F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5263F96E-1089-4F52-A019-65F439A7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4AD9FD10-1987-4187-B2CE-1BE556FA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Tiga service sehat dan API siap diuji.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a98977a2ee4c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172843"/>
            <a:ext cx="5084064" cy="28597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4494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548AA86-24D0-474C-B686-C38463A2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5EAEE28-40D5-420F-9E66-976E2713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A8D2237-B65F-4CB4-B2AA-6C7497C3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7635324c7246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ab3a5918143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36AE5D18-3FF9-4F98-A0DA-CB0E017C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D4E438B-CC88-4480-8A67-D3059780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Pahami network dan kontrak API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A647D36-043E-4091-AF9A-857F6D2A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Nama db/cache adalah DNS internal Compose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0C5D829-75AE-40FB-8953-F31583D4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CCEFDA04-44AB-472D-9C91-CA3B235C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01B8939-3195-4F5D-950D-EFC41173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F7EC3C55-21B6-438B-9305-53EA4D27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B5F9468-0268-4293-B6DB-81CAA895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E6E880A-7758-4D9B-9298-8F3BF068C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terminal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2326A6A2-D2F7-4E53-AF46-101AC06A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compose exec api getent hosts db cache
docker compose logs --tail=30 api db cache
Invoke-RestMethod `
  http://127.0.0.1:8000/health
# Buka http://127.0.0.1:8000/docs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CC0A82CF-CAF8-4CF2-A106-AEDBD269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99645BC9-2247-4351-89CC-E1DA15A6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96688C5-D769-42BD-B131-21AF5864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261D9429-E0E6-43F9-888B-C515563B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AD1B8D2E-3506-4B5F-8DC2-DE80B0B8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36ADF24D-9A40-4D6B-AE35-28193FA89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BD6F490-2602-452E-8A09-EA4C4B64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getent menunjukkan alamat service
di network internal Compose.
Browser host memakai localhost:8000.
Health API mengecek DB dan cache.
OpenAPI mendeskripsikan /notes.
Koneksi host ke db/cache tidak perlu
publish port database.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8165364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853257-55B0-4D02-B0BA-9F51F5DD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B22C2A6-9BAC-49B5-9C8C-6D2EDBEA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CAE4A55-803E-439C-9BFE-1645689E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f9d33bf93645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dbd7bd84c64d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E706AD7-4806-43A2-B1BC-DA3DD04E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18F276D-95EF-47A9-8B9A-8A632D29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OpenAPI multi-service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DE819E1-0C4E-4A6C-90B4-B70FCC8C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Web dokumentasi API yang terhubung ke database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E53CEC4-553D-4F2E-82AD-14BC175E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CEAFE16-FCF7-4074-845A-8841578A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33fc2efe89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26E2F403-C33E-49E6-BC5A-CDC78C1B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Buka /docs di browser host.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55d118b7c045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C6203342-B42D-4C0D-9FE0-2CB985BD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Request masuk melalui port 8000.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a7ff6cc1c24a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561E827A-2F2A-4086-B3DC-64469281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API berbicara ke db dan cache.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0f2b6e98194d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2ECAD5B2-E295-47F4-A78F-7EBEB78D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Cari /health dan /notes.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745627018e44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EF594D0D-468E-400F-AC78-78AF5434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Cek metode GET/POST/DELETE.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c0da2f84344f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A78EDAE4-F4FB-46D3-9950-26987BCF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Jika gagal, baca docker compose logs.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f2573431ac4d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0C4291FF-D892-4A54-ACBE-8E65DE4E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Halaman adalah server aktif.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2653E5D5-B146-40B9-B4A1-12235EA1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F2FCDCC8-61DF-4333-8F07-7CB85E69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4E4D40B-3F4F-4348-B060-0E1EF179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FA097C81-963B-423E-A2EC-C177A9BD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3A7AE09A-A17A-4CC6-989A-F5BAF123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Dokumentasi Cloud Notes tampil di browser.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2ea0a29dd4c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44925" y="2057400"/>
            <a:ext cx="4632389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81089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F1618AB-A066-497F-8491-5A583748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16153D8-9396-434A-88CC-7BE456A1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3561DB6-EDC9-415B-98A4-38ADFBAF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eed1e5bb3c4d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32e528bec64e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58B838C-EE64-4DD6-AB31-1B1AE202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3CA13F6-CA77-4F3A-ABE6-703D68FE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Uji cache Redis: MISS ke HIT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34B68A6-CE64-44A7-9DD9-135A650C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POST menulis Postgres; GET kedua membaca cache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5D89AF7-2964-487A-9EE4-36C610E4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5684BE9-F902-41BA-8B21-092B5F174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3A70ABB-6CEA-43A5-94CB-2AE81F4F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BCB5D41-C2F7-4FEA-8173-4C31CEBF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B0873FA6-6718-45FD-BE4F-19D48160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1093E970-144F-49AC-A7CB-DB23B638E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2597E17-1DD7-4BAD-BF09-00A053A7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$body = '{"title":"Compose","content":"Kelas"}'
Invoke-RestMethod `
  http://127.0.0.1:8000/notes `
  -Method Post -ContentType application/json `
  -Body $body
(Invoke-WebRequest `
  http://127.0.0.1:8000/notes `
  -UseBasicParsing).Headers['X-Cache']
# Ulangi GET segera sebelum TTL 30 detik.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13F709BC-DF2A-4F33-80EA-F25ECC09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9C06BAC-4E01-49AD-90DD-5B94EAD6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3D1642B8-6342-4F2F-886B-BECD979B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9C78E87-C1E7-4566-A4C3-2B6CEBC6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F21E9813-6B23-41C9-8674-770DC1B0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512C403B-E0B7-4435-99AD-0808D98C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Baca header HTTP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8A9821E-A12E-4D4E-AA3B-23EC712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GET pertama: X-Cache = MISS.
API query Postgres, lalu isi Redis.
GET kedua: X-Cache = HIT.
Redis mempercepat pembacaan;
Postgres tetap sumber data utama.
POST berikutnya membatalkan cache.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8738274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836A30C-7914-4CA0-BB4B-5CA8BD5F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4AF78BC-6013-49AB-AC21-FDF4F78CE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F7F4C70-0EAA-40BC-B1CC-DC3887E53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7873f1d45341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4912beb4be42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B29D798-BEC8-4828-872E-868EE0F8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7CC0EC7-CE17-48C7-B16B-A2271557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Header MISS dan HIT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E2E060C-6F0E-4AE5-BC58-42086A97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Konten sama, sumber respons berbeda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491A65F-3920-43C2-AB4B-9240CC5E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A087E0E-4B18-44AA-999E-F8EF6C26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6dbde04bc34e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091BA515-33BD-4999-BF05-E002BC38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POST /notes membuat catatan.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305068f30e47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525A7ACC-2C18-4CC8-B42A-B615A365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pertama membaca PostgreSQL.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e93c3d12994e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70045E96-05CF-40B3-9FD9-88B21DD6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Header X-Cache menunjukkan MISS.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19cfac1d9b47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14AFDE47-0D5C-4D48-A60B-0FA37BAE4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cepat berikutnya memakai Redis.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26ff25b9e545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DCCB703A-52FA-48DF-A6C5-BAA18072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Header berubah menjadi HIT.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c6441961304d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E93BDB82-874D-48CB-BFCF-9B2240C9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TTL 30 detik bisa membuat MISS lagi.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11835f05864b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77679544-534A-4F33-AD9B-D1D207510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Jangan bandingkan setelah POST baru.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58BEFCD3-F1B2-4879-B4B9-639C8A2D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390CD6D6-D28E-43D2-9C27-A443E156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8127BF93-77BD-4937-BA58-D398309F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535B7025-F0DB-441D-A1C8-2BCE9815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AA1DD899-A984-4CDE-83F6-C91E939D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Baca MISS lalu HIT pada X-Cache.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879048e29943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172843"/>
            <a:ext cx="5084064" cy="28597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4741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02C380B-E010-4238-B271-7FA6AB23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E2ED2EE-F688-4E24-8909-A73F80FA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12C74DD-5496-4D7D-9E3D-CC59FFBF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07d5bcb2948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f23f39662249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73E8850-6CF6-45AE-83C2-5D2AB419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2D34EA1-BF49-4951-8346-B918DE94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Buktikan persistensi volume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D9F8670-4A52-4C0F-A466-51108A593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Restart API dan down/up menjaga volume database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42E0EE4-824C-49E5-99D0-35F1CB97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06C8746-46CD-4AB7-BF66-3ED27B81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19C7876C-0912-4616-8AD3-B1AE5721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AE514EB-B27B-41DA-81B0-9A9ACE76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48F9967-EC2C-40C6-A0CD-2E50776E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18676BB-F7D7-4769-A79F-B03CC1F1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terminal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1EADD87-BADB-4A21-B665-0E7632AA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compose exec db psql -U clouduser `
  -d cloudnotes -c `
  'SELECT id,title FROM notes;'
docker compose restart api
Invoke-RestMethod `
  http://127.0.0.1:8000/notes
docker compose --profile debug down
docker compose up -d
Invoke-RestMethod `
  http://127.0.0.1:8000/notes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F4E67FA2-88EB-4565-A56E-3DAD5EE5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5A1356F0-DA56-4450-8830-263C40AF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D42622D7-F0C4-4E71-B10B-D9FB232C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D2687E56-CEEE-44EE-A662-167F269F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5D70F044-46C3-4C70-8E04-A352A972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652E41EF-BC22-4906-AF6B-CB66C3C9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Hasil yang harus sama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05B96D80-E017-4988-972F-D110C474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ID/judul catatan masih muncul
setelah restart API dan down/up.
Postgres menulis ke db_data.
down menghapus container/network,
tetapi mempertahankan volume.
down -v menghapus data latihan:
pakai hanya saat sengaja reset.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593218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7804C68-FBD5-42AE-AA26-17AC881E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474DDA7-0C46-4263-8231-A67F300B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C74DEF8-AE2F-486A-AD41-34647BDF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8959a13ea047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f2d393299e4b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9361EFC-6FFD-4C7A-8A1D-5143054B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9ADB1E5-FD85-4DF1-8884-A63F8AE4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Catatan bertahan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AE34D7A-6FFD-4B80-9C0B-9F987429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Volume Postgres menjembatani proses/container baru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8C50A55B-87CB-4314-8227-0301F9B1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ED461EDD-90A5-48EF-BA35-E7DFBA05C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22216f085446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B82A3D8E-712D-4550-9404-D7B11F0F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SELECT menunjukkan baris notes.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e4db289d9e40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AD1202F0-17D3-4868-8DA3-AAE21A97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restart api mengganti proses API.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6aeafcb3dc48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F86F0F1A-0D9F-4F5C-BA2E-FEA1E2BE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masih menemukan catatan.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f1d0677654d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D8B34E07-14E2-4BE6-A403-9DE96DAB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down/up membuat container baru.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88022a2a864ef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4E71BE4D-5388-494B-B587-44BBCCD8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Named volume db_data tetap ada.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1e3c9730a47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9A051A04-F9CA-4FBB-92FB-7C66B437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Cocokkan ID sebelum dan sesudah.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16798a039a4f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D76D88B0-F06D-4126-93EE-92B3D2D5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-v hanya untuk reset data latihan.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E6C5A840-6760-46A0-B700-04BD4789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AB434E49-6F06-4DF2-AF59-70D8509D5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3A586C3D-3408-4022-AA1D-C14C6CC4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4DAAA490-7B5F-484B-91D8-131F389D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3C4EA460-9257-4437-96B2-2ED2A1B6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ID dan judul tetap sama sesudah restart.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9fd1a9c22146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103334"/>
            <a:ext cx="5084064" cy="299880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4961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FCF612E-3F9F-40FC-B72F-B4FA683D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A25D123-61B9-48C7-9CEC-B7FB3417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23D0A80-74F8-420C-AE29-A68141DE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39a7bcfd2e4f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cf349c2fce44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186EC26B-F14E-4692-B134-477A589A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F9C9CF1-9350-4F86-8B7B-016838F1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Profile debug dan Adminer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4C8DADD-A205-43D6-B030-3F2236B8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Adminer hanya hidup ketika profile debug diminta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B9DA5ABD-A4AF-489A-8DDC-F9F92378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9EF92F92-A3D7-464E-AC4F-8B45FDBF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E54BA3D-68C5-4C77-8B40-B1FFEB005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4923997-C49B-4F14-B9C4-0B2236D9F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2AD876DC-790A-4C87-8B9C-3827AADA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1733468-3CAD-4C90-A586-8312D721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terminal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FF9E64B-8660-43A2-A486-3AA89541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compose --profile debug up -d adminer
docker compose ps
# Buka http://127.0.0.1:8081
# Server: db; DB: cloudnotes
# User: clouduser
docker compose exec db psql -U clouduser `
  -d cloudnotes -c `
  'SELECT id,title FROM notes;'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8A57B1CE-0F17-4268-B141-0F3C6D4B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7F52A79-023C-447C-8548-04A566E3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8431834-CDCF-4835-80C8-3D1C07B9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1E4370DA-C83A-4639-B157-4A3D7FBE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0F21B4DD-7015-4F48-8C1D-84EDAEE39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2D28D34B-1B4D-4760-BE3F-C0732962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Fungsi dan batas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A4DC4433-51EF-4154-B147-8681D0B29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Profile memisahkan alat debug.
Adminer mengakses db di network.
Password diambil dari file secret;
jangan taruh di screenshot/repo.
Port 8081 hanya untuk browser lokal.
Tutup dengan --profile debug down
agar Adminer ikut berhenti.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1540820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E00BA5D-03CE-4E64-AD01-D4F0624FE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BE6F0AA-9FA6-457D-97F7-A3AF050B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24B760E-C43E-4E9F-B449-530162CF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85856816d548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5dff8fcd2642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76B87B5-D305-4390-9589-1FDE6A3A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94C3903-75BC-4339-834A-9CCAE10D4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Baris di Adminer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73CA828-68E2-42D1-86F3-99427701E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UI database memperlihatkan item yang API kembalikan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3FF53E0-F41F-46C0-9EEF-B2CAF453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1315538-859A-410E-A763-5E9E87E6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7fbf5241543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F0802DBE-9CD5-4951-871A-4AB28715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Aktifkan profile debug.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aed57e3ea146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A570B24A-9E97-49E6-B3E2-4255CC62D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Buka Adminer pada port 8081.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0f65dad1ea43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D3B8A874-C6AA-463A-91D4-00457BD5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Pilih server db dan cloudnotes.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032dba75f449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85C669D2-7E60-4FCB-BB80-7B6E906B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Tabel notes berisi catatan tadi.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2c221d89834a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65B1805C-894E-4274-8A45-2B40A4FF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Bandingkan ID dengan GET /notes.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9ce13121e40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10E91939-28DA-4A4C-968D-DA128FD4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Sembunyikan password saat merekam.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399dddda9a45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3D5E2017-8FDF-4160-A555-7ABCDF18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Matikan profile setelah inspeksi.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273E65D6-BC8E-4EAD-842D-BD1A1426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75EB889F-A115-4A14-8F03-3FF0F4EC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ACCD90B-B5BE-47A5-A017-61304A1E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6885429F-2665-4F75-8C7A-598957A6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F279684C-5BDF-48DF-AB33-22401508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 API dan baris database cocok.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7cca41761a41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3309" y="2057400"/>
            <a:ext cx="4395622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97031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4582B02-309F-4BE2-9013-64E148F13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DB8BEAB-7C9F-477B-BB9C-3F80504F8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CFA13B2-7A45-44CE-8C47-E78FCB25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b6dafaf4e948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205b71893440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8788C63-1608-48A9-9FD9-7C088585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01FD351-7094-4954-98D0-A46ED0C9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6 | Kunci insiden Redis berhenti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4486CA2-7442-4151-8B59-FF1A72920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Kasus kerja: health 503, data tetap dapat dibaca dari DB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9FD5C3A-DD9E-47DF-BF03-D48554BD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2A9B180B-8A39-4360-8013-855F82AA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97F2A731-0412-4519-A34E-38C90E6D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31DA1E21-6C7A-4807-888B-5DE58696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DBA078E2-7499-47EF-8924-43FF0CA8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EC78576F-AC15-413E-A82C-E1C4D38CC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terminal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3D7B696-715E-4266-BDBB-467FC1BF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compose stop cache
docker compose ps
docker compose logs --tail=50 api cache
Invoke-RestMethod `
  http://127.0.0.1:8000/notes
docker compose start cache
docker compose ps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8C482392-4C6A-4BF1-AD3C-44EAF92C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3E2867B7-1F4B-4FC9-B0A3-127085EA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776A264C-BDB7-450A-B127-8A0518169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CFB84381-FB63-4E2E-A79B-3DB6DDAD3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5D6D4D4D-4334-4D5C-AE58-0E4E8B82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3559E21B-691F-4938-8798-313604D6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Diagnosis dan pulih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4682742-34B2-4A4D-A300-49191D13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/health dapat menunjukkan 503
ketika Redis tidak sehat.
GET /notes tetap bisa membaca DB
dengan header MISS sebagai fallback.
Setelah start, tunggu healthy.
Jangan klaim cache sebagai DB utama.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07724745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6F550E1-4904-4E4C-8F35-13CD01DD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5A18126-AA52-4CE9-9A72-366CA0AE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7B5841C-8CD6-4B7F-AE3F-E664ACB9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f91ab0628247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3aeb816c5e4e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B97183F-EE4D-413C-8941-20E9BECA2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967143AC-E264-4C33-9CBE-27E1B351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7 | Bersihkan dan push source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76831F4D-51A8-4E41-AD99-CBCB5340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Simpan volume untuk uji ulang; Lab 07 punya DB sendiri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41B265A-98F5-4E0A-B984-7CF27E46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44B0DC88-ED94-459F-B108-2B210C22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C3C96D30-FAAD-437D-A11C-831D1BBE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09D6244-DD58-457A-9E05-D902507C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92C897FC-76BE-4F71-92B7-EACC8D8BC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76F89D7-39BF-4E76-A32A-48607AE9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terminal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B2CAF6A-971F-42CD-A436-F07169653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compose --profile debug down
git status --short
git add compose.yaml api initdb .env.example
git add secrets/*.example MODUL_MAHASISWA.md hasil
git diff --cached --name-only
git diff --cached --check
git commit -m "lab06: Compose Cloud Notes"
git push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A6AE29B1-8A28-4DDC-8F21-3820331A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B3732113-4205-4E69-8AFC-A256E77B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8F8207C6-EF57-4881-BAE6-933CF96B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846BD168-B1F2-4547-9ABC-D06D08D1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C6BA6439-75E0-4927-A428-5C2FE077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541CDD3D-5A1A-4B76-BEEE-E97A68C9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Pemeriksaan Git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1D047B92-3F63-4D74-B7DD-765E53A3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.env dan db_password.txt asli
harus diabaikan Git.
Simpan bukti Anda sendiri di hasil.
Git menyimpan konfigurasi contoh,
bukan volume database.
down tanpa -v menjaga data.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58395367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B6B91ED-CA01-4C01-93B4-9472AECF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FD2D0B2-1928-4307-ABC5-FC5F46C2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235646B-B960-4DA5-A505-25864027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c730eeb6c44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73f5f020a47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9BF8F48-5E3D-4BFE-81E9-8A13B9DC6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10CD45D-1BF3-466E-A328-E4BEC772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awal | secret dan config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C87DE32-266A-4A27-9614-F6F2DB67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Test-Path cek file; config validasi YAML; check-ignore melindungi secret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FILE LOKAL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.env dan password tersedia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COMPOSE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config --quiet exit 0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GIT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Kedua file diabaikan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566e02698241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1699723"/>
            <a:ext cx="11099800" cy="330615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97774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E981688-DA94-468B-A4A6-FF7BF08B5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83D520C-E5C3-463B-91A1-30B7EA4B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130C523-ABE3-471C-A1B0-5D909DEE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a6819aaf074c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138e24b1574e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DBDBA45-B931-43C7-AD88-E48509D0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253FBCA-50FF-41DB-B5FB-822EF905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DNS | service dan health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90823B1-3742-447D-824C-F69394CF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getent hosts memakai DNS Compose; curl /health memeriksa API dan dependensi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DNS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db dan cache punya alamat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NETWORK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IP internal dapat berubah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HTTP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Health 200 dan JSON ok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acd072533e40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8228" y="1490898"/>
            <a:ext cx="9930144" cy="37238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65655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5EE5CFC-6BE1-4297-92E5-44E0472C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6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2312FC7-261A-40C7-80DB-F74D5594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AF90779-BE2E-489C-9A5E-1058B5A4F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4488d2052d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7afe579d8d46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7DEDFE1A-2F94-48A1-82C4-904871F8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AF00FEC-E851-465A-A384-A0531063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Git | repo Lab 06 terbit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07A0134-C81B-4C5A-AD87-D9A70528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Push memperbarui origin/main; SHA sama membuktikan commit terbit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TUJUAN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 = meet6CloudService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HASIL PUSH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SHA lokal = remote saat uji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MAHASISWA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git push -u origin main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4b67e1d46548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69624" y="1490898"/>
            <a:ext cx="9427351" cy="37238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57798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2026-10-07T17:18:21.8720000Z</dcterms:created>
  <dcterms:modified xsi:type="dcterms:W3CDTF">2026-10-07T17:18:21.8720000Z</dcterms:modified>
</coreProperties>
</file>