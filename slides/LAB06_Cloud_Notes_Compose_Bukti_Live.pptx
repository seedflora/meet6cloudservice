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a7f929a71554ac6" /><Relationship Type="http://schemas.openxmlformats.org/officeDocument/2006/relationships/extended-properties" Target="/docProps/app.xml" Id="Red5a2a93de634c67" /><Relationship Type="http://schemas.openxmlformats.org/officeDocument/2006/relationships/officeDocument" Target="/ppt/presentation.xml" Id="Rc07f4800934a418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958c50d233c4729"/>
  </p:sldMasterIdLst>
  <p:notesMasterIdLst>
    <p:notesMasterId xmlns:r="http://schemas.openxmlformats.org/officeDocument/2006/relationships" r:id="R1e8330b7ea424072"/>
  </p:notesMasterIdLst>
  <p:sldIdLst>
    <p:sldId xmlns:r="http://schemas.openxmlformats.org/officeDocument/2006/relationships" id="256" r:id="Ree3cbbc55fe646ba"/>
    <p:sldId xmlns:r="http://schemas.openxmlformats.org/officeDocument/2006/relationships" id="257" r:id="R714c580ddeb84ab6"/>
    <p:sldId xmlns:r="http://schemas.openxmlformats.org/officeDocument/2006/relationships" id="258" r:id="Ra9c90a6eca2541e4"/>
    <p:sldId xmlns:r="http://schemas.openxmlformats.org/officeDocument/2006/relationships" id="259" r:id="R63ac9779249d4bc0"/>
    <p:sldId xmlns:r="http://schemas.openxmlformats.org/officeDocument/2006/relationships" id="260" r:id="R8fb5dca026a540c6"/>
    <p:sldId xmlns:r="http://schemas.openxmlformats.org/officeDocument/2006/relationships" id="261" r:id="Rb9cd24ecd5bf4c55"/>
    <p:sldId xmlns:r="http://schemas.openxmlformats.org/officeDocument/2006/relationships" id="262" r:id="R1cdffebccd464cd6"/>
    <p:sldId xmlns:r="http://schemas.openxmlformats.org/officeDocument/2006/relationships" id="263" r:id="Ra747286fa3114325"/>
    <p:sldId xmlns:r="http://schemas.openxmlformats.org/officeDocument/2006/relationships" id="264" r:id="R65ce6d6ee6c547ff"/>
    <p:sldId xmlns:r="http://schemas.openxmlformats.org/officeDocument/2006/relationships" id="265" r:id="R7a089dd940a14ded"/>
    <p:sldId xmlns:r="http://schemas.openxmlformats.org/officeDocument/2006/relationships" id="266" r:id="R6f2bd8f130c04fbc"/>
    <p:sldId xmlns:r="http://schemas.openxmlformats.org/officeDocument/2006/relationships" id="267" r:id="Rd4a0b7620f0c4571"/>
    <p:sldId xmlns:r="http://schemas.openxmlformats.org/officeDocument/2006/relationships" id="268" r:id="R3d76f7c02dbf4601"/>
    <p:sldId xmlns:r="http://schemas.openxmlformats.org/officeDocument/2006/relationships" id="269" r:id="Rf65c981701b84095"/>
    <p:sldId xmlns:r="http://schemas.openxmlformats.org/officeDocument/2006/relationships" id="270" r:id="R82f38d42bb094191"/>
    <p:sldId xmlns:r="http://schemas.openxmlformats.org/officeDocument/2006/relationships" id="271" r:id="R27beb09a21e5423d"/>
    <p:sldId xmlns:r="http://schemas.openxmlformats.org/officeDocument/2006/relationships" id="272" r:id="Ra23214230f09489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e179e5fa8c14858" /><Relationship Type="http://schemas.openxmlformats.org/officeDocument/2006/relationships/slideMaster" Target="/ppt/slideMasters/slideMaster1.xml" Id="Ra958c50d233c4729" /><Relationship Type="http://schemas.openxmlformats.org/officeDocument/2006/relationships/notesMaster" Target="/ppt/notesMasters/notesMaster1.xml" Id="R1e8330b7ea424072" /><Relationship Type="http://schemas.openxmlformats.org/officeDocument/2006/relationships/presProps" Target="/ppt/presProps.xml" Id="R909f6d43b0b947b4" /><Relationship Type="http://schemas.openxmlformats.org/officeDocument/2006/relationships/viewProps" Target="/ppt/viewProps.xml" Id="R6bf05891f1414585" /><Relationship Type="http://schemas.openxmlformats.org/officeDocument/2006/relationships/tableStyles" Target="/ppt/tableStyles.xml" Id="R9c913765fbac47ad" /><Relationship Type="http://schemas.openxmlformats.org/officeDocument/2006/relationships/slide" Target="/ppt/slides/slide1.xml" Id="Ree3cbbc55fe646ba" /><Relationship Type="http://schemas.openxmlformats.org/officeDocument/2006/relationships/slide" Target="/ppt/slides/slide2.xml" Id="R714c580ddeb84ab6" /><Relationship Type="http://schemas.openxmlformats.org/officeDocument/2006/relationships/slide" Target="/ppt/slides/slide3.xml" Id="Ra9c90a6eca2541e4" /><Relationship Type="http://schemas.openxmlformats.org/officeDocument/2006/relationships/slide" Target="/ppt/slides/slide4.xml" Id="R63ac9779249d4bc0" /><Relationship Type="http://schemas.openxmlformats.org/officeDocument/2006/relationships/slide" Target="/ppt/slides/slide5.xml" Id="R8fb5dca026a540c6" /><Relationship Type="http://schemas.openxmlformats.org/officeDocument/2006/relationships/slide" Target="/ppt/slides/slide6.xml" Id="Rb9cd24ecd5bf4c55" /><Relationship Type="http://schemas.openxmlformats.org/officeDocument/2006/relationships/slide" Target="/ppt/slides/slide7.xml" Id="R1cdffebccd464cd6" /><Relationship Type="http://schemas.openxmlformats.org/officeDocument/2006/relationships/slide" Target="/ppt/slides/slide8.xml" Id="Ra747286fa3114325" /><Relationship Type="http://schemas.openxmlformats.org/officeDocument/2006/relationships/slide" Target="/ppt/slides/slide9.xml" Id="R65ce6d6ee6c547ff" /><Relationship Type="http://schemas.openxmlformats.org/officeDocument/2006/relationships/slide" Target="/ppt/slides/slide10.xml" Id="R7a089dd940a14ded" /><Relationship Type="http://schemas.openxmlformats.org/officeDocument/2006/relationships/slide" Target="/ppt/slides/slide11.xml" Id="R6f2bd8f130c04fbc" /><Relationship Type="http://schemas.openxmlformats.org/officeDocument/2006/relationships/slide" Target="/ppt/slides/slide12.xml" Id="Rd4a0b7620f0c4571" /><Relationship Type="http://schemas.openxmlformats.org/officeDocument/2006/relationships/slide" Target="/ppt/slides/slide13.xml" Id="R3d76f7c02dbf4601" /><Relationship Type="http://schemas.openxmlformats.org/officeDocument/2006/relationships/slide" Target="/ppt/slides/slide14.xml" Id="Rf65c981701b84095" /><Relationship Type="http://schemas.openxmlformats.org/officeDocument/2006/relationships/slide" Target="/ppt/slides/slide15.xml" Id="R82f38d42bb094191" /><Relationship Type="http://schemas.openxmlformats.org/officeDocument/2006/relationships/slide" Target="/ppt/slides/slide16.xml" Id="R27beb09a21e5423d" /><Relationship Type="http://schemas.openxmlformats.org/officeDocument/2006/relationships/slide" Target="/ppt/slides/slide17.xml" Id="Ra23214230f09489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6d7159f58ec4fe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d709bf24b3b4e2e" /><Relationship Type="http://schemas.openxmlformats.org/officeDocument/2006/relationships/notesMaster" Target="/ppt/notesMasters/notesMaster1.xml" Id="R6edb4a68fb6c4d1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e8f622f9e4540c4" /><Relationship Type="http://schemas.openxmlformats.org/officeDocument/2006/relationships/notesMaster" Target="/ppt/notesMasters/notesMaster1.xml" Id="R04465def26a841b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10ffe17310e46fd" /><Relationship Type="http://schemas.openxmlformats.org/officeDocument/2006/relationships/notesMaster" Target="/ppt/notesMasters/notesMaster1.xml" Id="R43a5c5bdd1f3455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3b140c074e34815" /><Relationship Type="http://schemas.openxmlformats.org/officeDocument/2006/relationships/notesMaster" Target="/ppt/notesMasters/notesMaster1.xml" Id="R9b2bb699808c4db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a75a4edb65d476e" /><Relationship Type="http://schemas.openxmlformats.org/officeDocument/2006/relationships/notesMaster" Target="/ppt/notesMasters/notesMaster1.xml" Id="Rfc22866a17d2463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468a74014934c29" /><Relationship Type="http://schemas.openxmlformats.org/officeDocument/2006/relationships/notesMaster" Target="/ppt/notesMasters/notesMaster1.xml" Id="R048a0ddf9c524aa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fbd33d018324006" /><Relationship Type="http://schemas.openxmlformats.org/officeDocument/2006/relationships/notesMaster" Target="/ppt/notesMasters/notesMaster1.xml" Id="R68ff95bf01f94dc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86eb29977d74698" /><Relationship Type="http://schemas.openxmlformats.org/officeDocument/2006/relationships/notesMaster" Target="/ppt/notesMasters/notesMaster1.xml" Id="Rfddb20ccb8424c4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a505ca31aab41e4" /><Relationship Type="http://schemas.openxmlformats.org/officeDocument/2006/relationships/notesMaster" Target="/ppt/notesMasters/notesMaster1.xml" Id="R00e734cc3d3c4ee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a9ef9c31b874cc2" /><Relationship Type="http://schemas.openxmlformats.org/officeDocument/2006/relationships/notesMaster" Target="/ppt/notesMasters/notesMaster1.xml" Id="R267296bfece54a0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41dc42294c34026" /><Relationship Type="http://schemas.openxmlformats.org/officeDocument/2006/relationships/notesMaster" Target="/ppt/notesMasters/notesMaster1.xml" Id="R13908f39757243b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49b036e620249c4" /><Relationship Type="http://schemas.openxmlformats.org/officeDocument/2006/relationships/notesMaster" Target="/ppt/notesMasters/notesMaster1.xml" Id="R54ffab2aff1e4fc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87f0394c2874980" /><Relationship Type="http://schemas.openxmlformats.org/officeDocument/2006/relationships/notesMaster" Target="/ppt/notesMasters/notesMaster1.xml" Id="Rd99ca9e82ae7427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acb61ee572e4f2d" /><Relationship Type="http://schemas.openxmlformats.org/officeDocument/2006/relationships/notesMaster" Target="/ppt/notesMasters/notesMaster1.xml" Id="Rdcce9ce8561d4ce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47446235e994d73" /><Relationship Type="http://schemas.openxmlformats.org/officeDocument/2006/relationships/notesMaster" Target="/ppt/notesMasters/notesMaster1.xml" Id="R6a42cb9710ba417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7c41305d0f04de2" /><Relationship Type="http://schemas.openxmlformats.org/officeDocument/2006/relationships/notesMaster" Target="/ppt/notesMasters/notesMaster1.xml" Id="R84893d248ce74e3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493974711dc4568" /><Relationship Type="http://schemas.openxmlformats.org/officeDocument/2006/relationships/notesMaster" Target="/ppt/notesMasters/notesMaster1.xml" Id="R238ef6a1e24341e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2b76e5244a487c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dd5d3bbcb0743b3" /><Relationship Type="http://schemas.openxmlformats.org/officeDocument/2006/relationships/slideLayout" Target="/ppt/slideLayouts/slideLayout1.xml" Id="Ra4c20332789e468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4c20332789e4680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5ec0a77c3741f0" /><Relationship Type="http://schemas.openxmlformats.org/officeDocument/2006/relationships/image" Target="/ppt/media/image.jpeg" Id="R9de1574cbb3e4ea4" /><Relationship Type="http://schemas.openxmlformats.org/officeDocument/2006/relationships/image" Target="/ppt/media/image.png" Id="Rd83a112de4284e9f" /><Relationship Type="http://schemas.openxmlformats.org/officeDocument/2006/relationships/image" Target="/ppt/media/image2.png" Id="R1661fce480604e40" /><Relationship Type="http://schemas.openxmlformats.org/officeDocument/2006/relationships/notesSlide" Target="/ppt/notesSlides/notesSlide1.xml" Id="R1e2c79c4ae5f457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d04ea9e5b849d8" /><Relationship Type="http://schemas.openxmlformats.org/officeDocument/2006/relationships/image" Target="/ppt/media/image.png" Id="R2d38faca42194805" /><Relationship Type="http://schemas.openxmlformats.org/officeDocument/2006/relationships/image" Target="/ppt/media/image2.png" Id="Rd7df3f2494354db0" /><Relationship Type="http://schemas.openxmlformats.org/officeDocument/2006/relationships/image" Target="/ppt/media/image3.png" Id="R646c646fca2149fc" /><Relationship Type="http://schemas.openxmlformats.org/officeDocument/2006/relationships/image" Target="/ppt/media/image4.png" Id="Re0e6ccc413dc488f" /><Relationship Type="http://schemas.openxmlformats.org/officeDocument/2006/relationships/image" Target="/ppt/media/image5.png" Id="Rb97dc3514cc044da" /><Relationship Type="http://schemas.openxmlformats.org/officeDocument/2006/relationships/image" Target="/ppt/media/image6.png" Id="R535eea19a8ed462a" /><Relationship Type="http://schemas.openxmlformats.org/officeDocument/2006/relationships/image" Target="/ppt/media/image7.png" Id="Rbe1838032b264b77" /><Relationship Type="http://schemas.openxmlformats.org/officeDocument/2006/relationships/image" Target="/ppt/media/image8.png" Id="R4c7a088321dd499e" /><Relationship Type="http://schemas.openxmlformats.org/officeDocument/2006/relationships/image" Target="/ppt/media/image9.png" Id="Rb9086e52cbe14b8b" /><Relationship Type="http://schemas.openxmlformats.org/officeDocument/2006/relationships/notesSlide" Target="/ppt/notesSlides/notesSlide2.xml" Id="R9b7608359543424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51378df9bc4c85" /><Relationship Type="http://schemas.openxmlformats.org/officeDocument/2006/relationships/image" Target="/ppt/media/image.png" Id="Rb3b158ff7a4c423b" /><Relationship Type="http://schemas.openxmlformats.org/officeDocument/2006/relationships/image" Target="/ppt/media/image2.png" Id="R7a4d611291954d76" /><Relationship Type="http://schemas.openxmlformats.org/officeDocument/2006/relationships/notesSlide" Target="/ppt/notesSlides/notesSlide3.xml" Id="Ra01802fae2cd46e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894041e91a43b3" /><Relationship Type="http://schemas.openxmlformats.org/officeDocument/2006/relationships/image" Target="/ppt/media/image.png" Id="R2cac944a6e3b47c7" /><Relationship Type="http://schemas.openxmlformats.org/officeDocument/2006/relationships/image" Target="/ppt/media/image2.png" Id="R0d162726d80f4ef5" /><Relationship Type="http://schemas.openxmlformats.org/officeDocument/2006/relationships/image" Target="/ppt/media/image3.png" Id="R2df5049094604b19" /><Relationship Type="http://schemas.openxmlformats.org/officeDocument/2006/relationships/image" Target="/ppt/media/image4.png" Id="R25abba9fc8954da0" /><Relationship Type="http://schemas.openxmlformats.org/officeDocument/2006/relationships/image" Target="/ppt/media/image5.png" Id="Rbc8567aeb11342de" /><Relationship Type="http://schemas.openxmlformats.org/officeDocument/2006/relationships/image" Target="/ppt/media/image6.png" Id="R00f77d62f2a849fe" /><Relationship Type="http://schemas.openxmlformats.org/officeDocument/2006/relationships/image" Target="/ppt/media/image7.png" Id="Rb25d6d1186444b6a" /><Relationship Type="http://schemas.openxmlformats.org/officeDocument/2006/relationships/image" Target="/ppt/media/image8.png" Id="R8ed8a2b4828d48ac" /><Relationship Type="http://schemas.openxmlformats.org/officeDocument/2006/relationships/image" Target="/ppt/media/image9.png" Id="R283689374ba543f0" /><Relationship Type="http://schemas.openxmlformats.org/officeDocument/2006/relationships/image" Target="/ppt/media/image10.png" Id="R6b8453bce61841bd" /><Relationship Type="http://schemas.openxmlformats.org/officeDocument/2006/relationships/notesSlide" Target="/ppt/notesSlides/notesSlide4.xml" Id="Rfceaafb9360e41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0302256cae4d2f" /><Relationship Type="http://schemas.openxmlformats.org/officeDocument/2006/relationships/image" Target="/ppt/media/image.png" Id="R12dd5a44779d4644" /><Relationship Type="http://schemas.openxmlformats.org/officeDocument/2006/relationships/image" Target="/ppt/media/image2.png" Id="R1002f213d8544701" /><Relationship Type="http://schemas.openxmlformats.org/officeDocument/2006/relationships/notesSlide" Target="/ppt/notesSlides/notesSlide5.xml" Id="Rbe69b1d6bd0b477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91064aaf874a28" /><Relationship Type="http://schemas.openxmlformats.org/officeDocument/2006/relationships/image" Target="/ppt/media/image.png" Id="Rf60693b6824c409a" /><Relationship Type="http://schemas.openxmlformats.org/officeDocument/2006/relationships/image" Target="/ppt/media/image2.png" Id="Rb1a2d329b7f3400c" /><Relationship Type="http://schemas.openxmlformats.org/officeDocument/2006/relationships/image" Target="/ppt/media/image3.png" Id="Rd63cd8e1f9d24c52" /><Relationship Type="http://schemas.openxmlformats.org/officeDocument/2006/relationships/image" Target="/ppt/media/image4.png" Id="R7cdac669925d44d7" /><Relationship Type="http://schemas.openxmlformats.org/officeDocument/2006/relationships/image" Target="/ppt/media/image5.png" Id="R8d86b1806ec24664" /><Relationship Type="http://schemas.openxmlformats.org/officeDocument/2006/relationships/image" Target="/ppt/media/image6.png" Id="R7538d15473ec43bd" /><Relationship Type="http://schemas.openxmlformats.org/officeDocument/2006/relationships/image" Target="/ppt/media/image7.png" Id="Ra2ca37f5cd884bff" /><Relationship Type="http://schemas.openxmlformats.org/officeDocument/2006/relationships/image" Target="/ppt/media/image8.png" Id="R531952fd7ec44476" /><Relationship Type="http://schemas.openxmlformats.org/officeDocument/2006/relationships/image" Target="/ppt/media/image9.png" Id="Re8c74edb28c542cf" /><Relationship Type="http://schemas.openxmlformats.org/officeDocument/2006/relationships/image" Target="/ppt/media/image11.png" Id="R53e3140204f847fb" /><Relationship Type="http://schemas.openxmlformats.org/officeDocument/2006/relationships/notesSlide" Target="/ppt/notesSlides/notesSlide6.xml" Id="R2f7d173350f1473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060d6edaa646ec" /><Relationship Type="http://schemas.openxmlformats.org/officeDocument/2006/relationships/image" Target="/ppt/media/image.png" Id="R62c53e2e34b146a0" /><Relationship Type="http://schemas.openxmlformats.org/officeDocument/2006/relationships/image" Target="/ppt/media/image2.png" Id="R582035c0edeb4613" /><Relationship Type="http://schemas.openxmlformats.org/officeDocument/2006/relationships/notesSlide" Target="/ppt/notesSlides/notesSlide7.xml" Id="Rd23235c22f9f41f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e1aed108ae475f" /><Relationship Type="http://schemas.openxmlformats.org/officeDocument/2006/relationships/image" Target="/ppt/media/image.png" Id="R52b7cc48465541b0" /><Relationship Type="http://schemas.openxmlformats.org/officeDocument/2006/relationships/image" Target="/ppt/media/image2.png" Id="R8095aeb023ef46ad" /><Relationship Type="http://schemas.openxmlformats.org/officeDocument/2006/relationships/image" Target="/ppt/media/image3.png" Id="R7066f6534b1c45cb" /><Relationship Type="http://schemas.openxmlformats.org/officeDocument/2006/relationships/image" Target="/ppt/media/image4.png" Id="Rfc3c9f5a000e4457" /><Relationship Type="http://schemas.openxmlformats.org/officeDocument/2006/relationships/image" Target="/ppt/media/image5.png" Id="R1df103687b7e4a07" /><Relationship Type="http://schemas.openxmlformats.org/officeDocument/2006/relationships/image" Target="/ppt/media/image6.png" Id="Rbbf1635d47ee45de" /><Relationship Type="http://schemas.openxmlformats.org/officeDocument/2006/relationships/image" Target="/ppt/media/image7.png" Id="R9ddf4ac265574350" /><Relationship Type="http://schemas.openxmlformats.org/officeDocument/2006/relationships/image" Target="/ppt/media/image8.png" Id="Re0a973cf249b4421" /><Relationship Type="http://schemas.openxmlformats.org/officeDocument/2006/relationships/image" Target="/ppt/media/image9.png" Id="Rfce80807a8274f74" /><Relationship Type="http://schemas.openxmlformats.org/officeDocument/2006/relationships/image" Target="/ppt/media/image12.png" Id="Rd19b3ccefab945fe" /><Relationship Type="http://schemas.openxmlformats.org/officeDocument/2006/relationships/notesSlide" Target="/ppt/notesSlides/notesSlide8.xml" Id="Rea98a002c72948c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0239c6da594186" /><Relationship Type="http://schemas.openxmlformats.org/officeDocument/2006/relationships/image" Target="/ppt/media/image.png" Id="Rb38c6bb3b5554c15" /><Relationship Type="http://schemas.openxmlformats.org/officeDocument/2006/relationships/image" Target="/ppt/media/image2.png" Id="R767fb0812cc0424b" /><Relationship Type="http://schemas.openxmlformats.org/officeDocument/2006/relationships/notesSlide" Target="/ppt/notesSlides/notesSlide9.xml" Id="R34156cd1168544f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fba7324a4d4bb3" /><Relationship Type="http://schemas.openxmlformats.org/officeDocument/2006/relationships/image" Target="/ppt/media/image.png" Id="Rc161cef0ce234392" /><Relationship Type="http://schemas.openxmlformats.org/officeDocument/2006/relationships/image" Target="/ppt/media/image2.png" Id="R7bb5b6decfc145da" /><Relationship Type="http://schemas.openxmlformats.org/officeDocument/2006/relationships/image" Target="/ppt/media/image3.png" Id="R02f33edc07b54c22" /><Relationship Type="http://schemas.openxmlformats.org/officeDocument/2006/relationships/image" Target="/ppt/media/image4.png" Id="R8668304210ea4bfa" /><Relationship Type="http://schemas.openxmlformats.org/officeDocument/2006/relationships/image" Target="/ppt/media/image5.png" Id="R10fb3e2ad72f43fd" /><Relationship Type="http://schemas.openxmlformats.org/officeDocument/2006/relationships/image" Target="/ppt/media/image6.png" Id="R2c45a24f98824b59" /><Relationship Type="http://schemas.openxmlformats.org/officeDocument/2006/relationships/image" Target="/ppt/media/image7.png" Id="R4e337f995240429b" /><Relationship Type="http://schemas.openxmlformats.org/officeDocument/2006/relationships/image" Target="/ppt/media/image8.png" Id="R380f80992354432f" /><Relationship Type="http://schemas.openxmlformats.org/officeDocument/2006/relationships/image" Target="/ppt/media/image9.png" Id="R5bea36b7058d4c3b" /><Relationship Type="http://schemas.openxmlformats.org/officeDocument/2006/relationships/image" Target="/ppt/media/image13.png" Id="R0b17a89697e341d9" /><Relationship Type="http://schemas.openxmlformats.org/officeDocument/2006/relationships/notesSlide" Target="/ppt/notesSlides/notesSlide10.xml" Id="R1a8757152e9045d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920ebfe6f44ab2" /><Relationship Type="http://schemas.openxmlformats.org/officeDocument/2006/relationships/image" Target="/ppt/media/image.png" Id="R45dc632de49842cc" /><Relationship Type="http://schemas.openxmlformats.org/officeDocument/2006/relationships/image" Target="/ppt/media/image2.png" Id="R899d3144cadf429b" /><Relationship Type="http://schemas.openxmlformats.org/officeDocument/2006/relationships/notesSlide" Target="/ppt/notesSlides/notesSlide11.xml" Id="Re7e7cbeaa6fb451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d3bf122d9d46ea" /><Relationship Type="http://schemas.openxmlformats.org/officeDocument/2006/relationships/image" Target="/ppt/media/image.png" Id="R70714c301a774446" /><Relationship Type="http://schemas.openxmlformats.org/officeDocument/2006/relationships/image" Target="/ppt/media/image2.png" Id="R2d0523fb27d54ec1" /><Relationship Type="http://schemas.openxmlformats.org/officeDocument/2006/relationships/image" Target="/ppt/media/image3.png" Id="Re9726ebb11af409a" /><Relationship Type="http://schemas.openxmlformats.org/officeDocument/2006/relationships/image" Target="/ppt/media/image4.png" Id="R3f13d7f9df8b422a" /><Relationship Type="http://schemas.openxmlformats.org/officeDocument/2006/relationships/image" Target="/ppt/media/image5.png" Id="R86ea08f6c49a4166" /><Relationship Type="http://schemas.openxmlformats.org/officeDocument/2006/relationships/image" Target="/ppt/media/image6.png" Id="R8fa968c296cb443d" /><Relationship Type="http://schemas.openxmlformats.org/officeDocument/2006/relationships/image" Target="/ppt/media/image7.png" Id="Rb897be1b57574821" /><Relationship Type="http://schemas.openxmlformats.org/officeDocument/2006/relationships/image" Target="/ppt/media/image8.png" Id="R3e55d31c3e634751" /><Relationship Type="http://schemas.openxmlformats.org/officeDocument/2006/relationships/image" Target="/ppt/media/image9.png" Id="R54bf8a0fa2f74659" /><Relationship Type="http://schemas.openxmlformats.org/officeDocument/2006/relationships/image" Target="/ppt/media/image14.png" Id="Rb4db1586dbfc43e2" /><Relationship Type="http://schemas.openxmlformats.org/officeDocument/2006/relationships/notesSlide" Target="/ppt/notesSlides/notesSlide12.xml" Id="R6ec6aacf7da0470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76dfcfd2ff46ec" /><Relationship Type="http://schemas.openxmlformats.org/officeDocument/2006/relationships/image" Target="/ppt/media/image.png" Id="Rdc4938a323cf4f2c" /><Relationship Type="http://schemas.openxmlformats.org/officeDocument/2006/relationships/image" Target="/ppt/media/image2.png" Id="R97fd6dea9bc04c27" /><Relationship Type="http://schemas.openxmlformats.org/officeDocument/2006/relationships/notesSlide" Target="/ppt/notesSlides/notesSlide13.xml" Id="R74f1e0ecde364a4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52769ae97b410e" /><Relationship Type="http://schemas.openxmlformats.org/officeDocument/2006/relationships/image" Target="/ppt/media/image.png" Id="Ra29cb509bd584769" /><Relationship Type="http://schemas.openxmlformats.org/officeDocument/2006/relationships/image" Target="/ppt/media/image2.png" Id="Rfd4e934d79544bb0" /><Relationship Type="http://schemas.openxmlformats.org/officeDocument/2006/relationships/notesSlide" Target="/ppt/notesSlides/notesSlide14.xml" Id="Rb330db1738aa476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80cb9116a7411d" /><Relationship Type="http://schemas.openxmlformats.org/officeDocument/2006/relationships/image" Target="/ppt/media/image.png" Id="R3959449be8324ff4" /><Relationship Type="http://schemas.openxmlformats.org/officeDocument/2006/relationships/image" Target="/ppt/media/image2.png" Id="Redf4d47d86bb4d14" /><Relationship Type="http://schemas.openxmlformats.org/officeDocument/2006/relationships/image" Target="/ppt/media/image15.png" Id="R8115c8ddf1824ed0" /><Relationship Type="http://schemas.openxmlformats.org/officeDocument/2006/relationships/notesSlide" Target="/ppt/notesSlides/notesSlide15.xml" Id="R87e0c62b5a064a4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154a3da683456e" /><Relationship Type="http://schemas.openxmlformats.org/officeDocument/2006/relationships/image" Target="/ppt/media/image.png" Id="Rdba0596f52934c7f" /><Relationship Type="http://schemas.openxmlformats.org/officeDocument/2006/relationships/image" Target="/ppt/media/image2.png" Id="R662448878a034e37" /><Relationship Type="http://schemas.openxmlformats.org/officeDocument/2006/relationships/image" Target="/ppt/media/image16.png" Id="R3c548b42048a4a28" /><Relationship Type="http://schemas.openxmlformats.org/officeDocument/2006/relationships/notesSlide" Target="/ppt/notesSlides/notesSlide16.xml" Id="Re1860f6d35bd452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46b7a4fcf7433d" /><Relationship Type="http://schemas.openxmlformats.org/officeDocument/2006/relationships/image" Target="/ppt/media/image.png" Id="R6df255310642432f" /><Relationship Type="http://schemas.openxmlformats.org/officeDocument/2006/relationships/image" Target="/ppt/media/image2.png" Id="Rcd60392be7184cdb" /><Relationship Type="http://schemas.openxmlformats.org/officeDocument/2006/relationships/image" Target="/ppt/media/image17.png" Id="R11b0e3960a4c4bb6" /><Relationship Type="http://schemas.openxmlformats.org/officeDocument/2006/relationships/notesSlide" Target="/ppt/notesSlides/notesSlide17.xml" Id="Rbc3bdd4913314653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9de1574cbb3e4ea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3a112de4284e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61fce480604e4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15BF6018-CFBB-49E0-BDFB-9510CB99C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PRAKTIKUM 6   |   100 MENIT</a:t>
            </a:r>
            <a:endParaRPr sz="14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72E98578-42EB-4C67-9752-E0FCD1A66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1247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 COMPOSE</a:t>
            </a:r>
            <a:endParaRPr sz="46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36A20F08-B940-47DE-8CEB-5A5856787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API + POSTGRES + REDIS</a:t>
            </a:r>
            <a:endParaRPr sz="24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BC9E88A1-B589-4E5C-A850-E8A6D9EDA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1247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Cloud Notes persisten dengan healthcheck, cache, volume, dan profile</a:t>
            </a:r>
            <a:endParaRPr sz="1600"/>
          </a:p>
        </p:txBody>
      </p:sp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A9E5E0E7-83D7-4CF3-A99D-234F2DDD3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006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38BEABB-80DB-43B3-B851-E8D746009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3776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6  |  DOCKER COMPOSE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AAD3A022-852C-4863-A493-633203541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B06CA6A1-2835-4D36-86BB-52DE0382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70648867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F594A2B-3A39-4AFA-902F-2E0833AC6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E06ADFB-B9AC-4FAC-9F99-9804CAC4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8E2EC42-4047-43A9-AC51-69F74ADFF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38faca421948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df3f2494354d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B87B320-9124-4A77-8842-7789FC639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FFA6900-6D9B-49FD-8D93-DF4B7F025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Alur praktik Lab 06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B03426B-F44F-4506-A0B7-7D181160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Satu Compose menjalankan tiga service dan menyimpan catatan di volume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FDA1C15-9A59-4772-823A-6DB86AC12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F1BA425-2F58-4D75-B471-218711C58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 INTI</a:t>
            </a:r>
          </a:p>
          <a:p xmlns:a="http://schemas.openxmlformats.org/drawingml/2006/main">
            <a:pPr marL="0" indent="0">
              <a:buNone/>
            </a:pPr>
            <a:endParaRPr sz="1100" b="1" kern="0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Kode yang tersedia</a:t>
            </a:r>
            <a:endParaRPr sz="1100"/>
          </a:p>
        </p:txBody>
      </p:sp>
      <p:pic>
        <p:nvPicPr>
          <p:cNvPr id="5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6c646fca2149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3FD3B27F-258B-4932-9791-7BC600A0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Siapkan .env dan secret lokal</a:t>
            </a:r>
            <a:endParaRPr sz="1600"/>
          </a:p>
        </p:txBody>
      </p:sp>
      <p:pic>
        <p:nvPicPr>
          <p:cNvPr id="5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e6ccc413dc48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A5455A1B-9B01-4E40-8E9E-1366FBA6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Validasi compose.yaml sebelum up</a:t>
            </a:r>
            <a:endParaRPr sz="1600"/>
          </a:p>
        </p:txBody>
      </p:sp>
      <p:pic>
        <p:nvPicPr>
          <p:cNvPr id="5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7dc3514cc044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81D0078C-DFFB-4036-B832-D160C073F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Tunggu API, DB, Redis healthy</a:t>
            </a:r>
            <a:endParaRPr sz="1600"/>
          </a:p>
        </p:txBody>
      </p:sp>
      <p:pic>
        <p:nvPicPr>
          <p:cNvPr id="56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eea19a8ed46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986E3B9F-84F2-4F34-85F0-E71827F1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Uji network dengan nama service</a:t>
            </a:r>
            <a:endParaRPr sz="1600"/>
          </a:p>
        </p:txBody>
      </p:sp>
      <p:pic>
        <p:nvPicPr>
          <p:cNvPr id="58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1838032b264b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6FF05C2F-8091-48F0-9D93-7057B0EF1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Bandingkan cache MISS lalu HIT</a:t>
            </a:r>
            <a:endParaRPr sz="1600"/>
          </a:p>
        </p:txBody>
      </p:sp>
      <p:pic>
        <p:nvPicPr>
          <p:cNvPr id="60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7a088321dd49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A4EF7AF9-FB00-4210-8865-CA153B1F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Buktikan catatan tetap tersimpan</a:t>
            </a:r>
            <a:endParaRPr sz="1600"/>
          </a:p>
        </p:txBody>
      </p:sp>
      <p:pic>
        <p:nvPicPr>
          <p:cNvPr id="62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086e52cbe14b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A214BB93-3C38-456A-BD24-A6C80B157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Profile debug, recovery, dan Git</a:t>
            </a:r>
            <a:endParaRPr sz="1600"/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14A7B157-790D-45FC-823D-AD54624B5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47ADAD4B-DD5A-411A-AF14-05C22EFFC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PROYEK KELOMPOK</a:t>
            </a:r>
          </a:p>
          <a:p xmlns:a="http://schemas.openxmlformats.org/drawingml/2006/main">
            <a:pPr marL="0" indent="0">
              <a:buNone/>
            </a:pPr>
            <a:endParaRPr sz="1100" b="1" kern="0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Tim 3 orang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1C6713E4-CF90-484B-9A0B-5B9B6617C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Compose menyatukan API, DB, dan cache proyek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Uji health serta data persisten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Simpan bukti bila berguna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Minggu 7 dan 14; tanpa nilai Lab 06</a:t>
            </a:r>
            <a:endParaRPr sz="17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73150937-C688-4186-8C32-710DF3946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E933DD9E-9B93-472F-8163-FF9DBF34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Ikuti modul mahasiswa untuk perintah lengkap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27357446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E608DDC-8CF8-4B82-B942-619531885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B42916A-5D3A-404A-BCAF-FF65F7981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6F77B0A-3788-44CD-9D92-44530D795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b158ff7a4c42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4d611291954d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FC7EE18-124C-491F-8772-C7BDFBB4D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B8F502E0-24E7-45C9-87BF-91E542773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1 | Siapkan secret dan jalankan stack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B5096FCE-D129-4ECC-B8BC-BC8A52C4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Dari root repo Lab 06; jangan unggah file password asli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0BAFF480-EBF7-44D0-8372-FCD09826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5DD62DA4-9110-4EA8-A5E1-ABBF6845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50C8045C-3C1E-4A92-AF65-323F118B4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68DA1E78-6365-4D59-95FB-05C13A437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7FBC75D9-0260-4FCA-BCD1-5AE2AA5ED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26402679-87A1-4040-ACE9-B8D968FD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DD6F76FA-8F37-409F-8026-D135ED0C3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Copy-Item secrets/db_password.txt.example `
  secrets/db_password.txt
Copy-Item .env.example .env
docker compose config --quiet
docker compose up --build -d --wait
docker compose ps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41C7264-1074-4513-BF55-77A0F1F5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92D07BB3-7883-4914-A7DC-575539CAA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42E1455D-2DBD-4B91-A4E7-3E9B4FA56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14F5EE9D-D9ED-43EE-9CFB-E14900256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95A78A53-A50B-4F9C-870B-5EC48635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3785280D-2946-44C1-84D8-E9D36D972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Mengapa urutan ini?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B03FAC9-1A08-4AE8-B260-79813D67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Copy membuat konfigurasi lokal.
config memvalidasi YAML dan referensi.
up --build membangun API FastAPI,
menjalankan Postgres dan Redis.
--wait menunggu semua service sehat.
Secret terpasang sebagai file,
tidak dicetak ke terminal.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5696644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0B9DC64-DF94-4E8B-A615-8259F27C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0D0C200-96C2-4EAA-9A59-42290672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E475D61-81A7-4C2E-9E7F-61FEBD629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ac944a6e3b47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162726d80f4e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DBC35CE-080B-4C1A-A372-6DDD99963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8BEDBAE7-D116-42FB-98EE-2679BCBC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 | Tiga service healthy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2AEA2A3-8CDF-42AD-A342-BB52E020E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Compose membuat API, database, cache dalam satu network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0B318A7A-8D80-4DAE-AC4F-30019763B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5CD57D1-927D-477F-BE90-46DE2FCD0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f5049094604b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5AC71FA8-16C2-446D-84F1-9FBE424B9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docker compose up membuat stack.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abba9fc8954d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5165A2D1-1A85-4447-B424-3EF50FB4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docker compose ps membaca status.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8567aeb11342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1267EDFD-674D-4808-B151-3BCAAAAF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api, db, cache harus healthy.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f77d62f2a849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85300BDF-3265-401F-8850-0227DE896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Hanya API mem-publish port 8000.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5d6d1186444b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898F6926-E9DC-4C97-B03F-E2FB5DD6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DB dan Redis hanya di network.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d8a2b4828d48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B6D1595A-E971-4114-A6FB-51E236607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Jika starting, tunggu lalu cek ulang.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689374ba543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440F2FA1-B551-4699-AB97-C346EA610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logs membantu diagnosis service.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0C3FC8D-5D61-4EC7-B19F-E714752BD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536BD5F7-C1E1-4D2A-A833-44EE8E4C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65E6985E-C6B4-4C7F-95C1-A713183F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5263F96E-1089-4F52-A019-65F439A7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4AD9FD10-1987-4187-B2CE-1BE556FA1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Tiga service sehat dan API siap diuji.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8453bce61841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088" y="2172843"/>
            <a:ext cx="5084064" cy="285978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4494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548AA86-24D0-474C-B686-C38463A25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5EAEE28-40D5-420F-9E66-976E2713E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A8D2237-B65F-4CB4-B2AA-6C7497C3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dd5a44779d46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02f213d85447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AE5D18-3FF9-4F98-A0DA-CB0E017C7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D4E438B-CC88-4480-8A67-D30597804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2 | Pahami network dan kontrak API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A647D36-043E-4091-AF9A-857F6D2A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Nama db/cache adalah DNS internal Compose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0C5D829-75AE-40FB-8953-F31583D4B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CCEFDA04-44AB-472D-9C91-CA3B235CA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01B8939-3195-4F5D-950D-EFC411731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F7EC3C55-21B6-438B-9305-53EA4D27D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6B5F9468-0268-4293-B6DB-81CAA8952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8E6E880A-7758-4D9B-9298-8F3BF068C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 terminal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2326A6A2-D2F7-4E53-AF46-101AC06A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docker compose exec api getent hosts db cache
docker compose logs --tail=30 api db cache
Invoke-RestMethod `
  http://127.0.0.1:8000/health
# Buka http://127.0.0.1:8000/docs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CC0A82CF-CAF8-4CF2-A106-AEDBD269C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99645BC9-2247-4351-89CC-E1DA15A66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F96688C5-D769-42BD-B131-21AF5864F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261D9429-E0E6-43F9-888B-C515563BD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AD1B8D2E-3506-4B5F-8DC2-DE80B0B8B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36ADF24D-9A40-4D6B-AE35-28193FA89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Cara kerja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3BD6F490-2602-452E-8A09-EA4C4B64A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getent menunjukkan alamat service
di network internal Compose.
Browser host memakai localhost:8000.
Health API mengecek DB dan cache.
OpenAPI mendeskripsikan /notes.
Koneksi host ke db/cache tidak perlu
publish port database.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81653648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A853257-55B0-4D02-B0BA-9F51F5DDB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B22C2A6-9BAC-49B5-9C8C-6D2EDBEAA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CAE4A55-803E-439C-9BFE-1645689EA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0693b6824c40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a2d329b7f340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E706AD7-4806-43A2-B1BC-DA3DD04ED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18F276D-95EF-47A9-8B9A-8A632D29A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2 | OpenAPI multi-service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DE819E1-0C4E-4A6C-90B4-B70FCC8C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Web dokumentasi API yang terhubung ke database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8E53CEC4-553D-4F2E-82AD-14BC175E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CEAFE16-FCF7-4074-845A-8841578AC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3cd8e1f9d24c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26E2F403-C33E-49E6-BC5A-CDC78C1BA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Buka /docs di browser host.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dac669925d44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C6203342-B42D-4C0D-9FE0-2CB985BDB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Request masuk melalui port 8000.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86b1806ec246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561E827A-2F2A-4086-B3DC-644692818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API berbicara ke db dan cache.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38d15473ec43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2ECAD5B2-E295-47F4-A78F-7EBEB78D1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Cari /health dan /notes.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ca37f5cd884b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EF594D0D-468E-400F-AC78-78AF54343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Cek metode GET/POST/DELETE.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1952fd7ec444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A78EDAE4-F4FB-46D3-9950-26987BCF9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Jika gagal, baca docker compose logs.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c74edb28c542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0C4291FF-D892-4A54-ACBE-8E65DE4EC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Halaman adalah server aktif.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2653E5D5-B146-40B9-B4A1-12235EA1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F2FCDCC8-61DF-4333-8F07-7CB85E69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4E4D40B-3F4F-4348-B060-0E1EF179F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FA097C81-963B-423E-A2EC-C177A9BD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3A7AE09A-A17A-4CC6-989A-F5BAF123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Dokumentasi Cloud Notes tampil di browser.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e3140204f847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44925" y="2057400"/>
            <a:ext cx="4632389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81089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F1618AB-A066-497F-8491-5A583748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16153D8-9396-434A-88CC-7BE456A1F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3561DB6-EDC9-415B-98A4-38ADFBAF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c53e2e34b146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2035c0edeb46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58B838C-EE64-4DD6-AB31-1B1AE202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3CA13F6-CA77-4F3A-ABE6-703D68FE9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3 | Uji cache Redis: MISS ke HIT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34B68A6-CE64-44A7-9DD9-135A650C7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POST menulis Postgres; GET kedua membaca cache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5D89AF7-2964-487A-9EE4-36C610E4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85684BE9-F902-41BA-8B21-092B5F174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3A70ABB-6CEA-43A5-94CB-2AE81F4F0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5BCB5D41-C2F7-4FEA-8173-4C31CEBFB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B0873FA6-6718-45FD-BE4F-19D48160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1093E970-144F-49AC-A7CB-DB23B638E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2597E17-1DD7-4BAD-BF09-00A053A74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$body = '{"title":"Compose","content":"Kelas"}'
Invoke-RestMethod `
  http://127.0.0.1:8000/notes `
  -Method Post -ContentType application/json `
  -Body $body
(Invoke-WebRequest `
  http://127.0.0.1:8000/notes `
  -UseBasicParsing).Headers['X-Cache']
# Ulangi GET segera sebelum TTL 30 detik.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13F709BC-DF2A-4F33-80EA-F25ECC09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A9C06BAC-4E01-49AD-90DD-5B94EAD6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3D1642B8-6342-4F2F-886B-BECD979B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F9C78E87-C1E7-4566-A4C3-2B6CEBC6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F21E9813-6B23-41C9-8674-770DC1B0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512C403B-E0B7-4435-99AD-0808D98C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Baca header HTTP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88A9821E-A12E-4D4E-AA3B-23EC7129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GET pertama: X-Cache = MISS.
API query Postgres, lalu isi Redis.
GET kedua: X-Cache = HIT.
Redis mempercepat pembacaan;
Postgres tetap sumber data utama.
POST berikutnya membatalkan cache.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87382748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836A30C-7914-4CA0-BB4B-5CA8BD5F8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4AF78BC-6013-49AB-AC21-FDF4F78CE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F7F4C70-0EAA-40BC-B1CC-DC3887E53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b7cc48465541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95aeb023ef46a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1B29D798-BEC8-4828-872E-868EE0F8E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7CC0EC7-CE17-48C7-B16B-A22715577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3 | Header MISS dan HIT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E2E060C-6F0E-4AE5-BC58-42086A97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Konten sama, sumber respons berbeda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491A65F-3920-43C2-AB4B-9240CC5E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3A087E0E-4B18-44AA-999E-F8EF6C260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66f6534b1c45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091BA515-33BD-4999-BF05-E002BC387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POST /notes membuat catatan.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3c9f5a000e44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525A7ACC-2C18-4CC8-B42A-B615A3656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GET pertama membaca PostgreSQL.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f103687b7e4a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70045E96-05CF-40B3-9FD9-88B21DD6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Header X-Cache menunjukkan MISS.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f1635d47ee45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14AFDE47-0D5C-4D48-A60B-0FA37BAE4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GET cepat berikutnya memakai Redis.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df4ac2655743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DCCB703A-52FA-48DF-A6C5-BAA18072D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Header berubah menjadi HIT.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a973cf249b44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E93BDB82-874D-48CB-BFCF-9B2240C92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TTL 30 detik bisa membuat MISS lagi.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e80807a8274f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77679544-534A-4F33-AD9B-D1D207510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Jangan bandingkan setelah POST baru.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58BEFCD3-F1B2-4879-B4B9-639C8A2D5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390CD6D6-D28E-43D2-9C27-A443E156D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8127BF93-77BD-4937-BA58-D398309F5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535B7025-F0DB-441D-A1C8-2BCE98152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AA1DD899-A984-4CDE-83F6-C91E939D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Baca MISS lalu HIT pada X-Cache.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9b3ccefab945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088" y="2172843"/>
            <a:ext cx="5084064" cy="285978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447410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02C380B-E010-4238-B271-7FA6AB236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E2ED2EE-F688-4E24-8909-A73F80FA9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12C74DD-5496-4D7D-9E3D-CC59FFBFF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8c6bb3b5554c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7fb0812cc042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73E8850-6CF6-45AE-83C2-5D2AB419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2D34EA1-BF49-4951-8346-B918DE948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4 | Buktikan persistensi volume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2D9F8670-4A52-4C0F-A466-51108A593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Restart API dan down/up menjaga volume database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42E0EE4-824C-49E5-99D0-35F1CB97A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06C8746-46CD-4AB7-BF66-3ED27B81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19C7876C-0912-4616-8AD3-B1AE57211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5AE514EB-B27B-41DA-81B0-9A9ACE766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148F9967-EC2C-40C6-A0CD-2E50776E7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218676BB-F7D7-4769-A79F-B03CC1F1A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 terminal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41EADD87-BADB-4A21-B665-0E7632AA5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docker compose exec db psql -U clouduser `
  -d cloudnotes -c `
  'SELECT id,title FROM notes;'
docker compose restart api
Invoke-RestMethod `
  http://127.0.0.1:8000/notes
docker compose --profile debug down
docker compose up -d
Invoke-RestMethod `
  http://127.0.0.1:8000/notes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F4E67FA2-88EB-4565-A56E-3DAD5EE55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5A1356F0-DA56-4450-8830-263C40AF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D42622D7-F0C4-4E71-B10B-D9FB232C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D2687E56-CEEE-44EE-A662-167F269F9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5D70F044-46C3-4C70-8E04-A352A972A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652E41EF-BC22-4906-AF6B-CB66C3C9C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Hasil yang harus sama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05B96D80-E017-4988-972F-D110C4744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ID/judul catatan masih muncul
setelah restart API dan down/up.
Postgres menulis ke db_data.
down menghapus container/network,
tetapi mempertahankan volume.
down -v menghapus data latihan:
pakai hanya saat sengaja reset.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5932182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7804C68-FBD5-42AE-AA26-17AC881E5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474DDA7-0C46-4263-8231-A67F300BB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C74DEF8-AE2F-486A-AD41-34647BDF7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61cef0ce2343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b5b6decfc145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9361EFC-6FFD-4C7A-8A1D-5143054BD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39ADB1E5-FD85-4DF1-8884-A63F8AE4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4 | Catatan bertahan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AE34D7A-6FFD-4B80-9C0B-9F9874293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Volume Postgres menjembatani proses/container baru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8C50A55B-87CB-4314-8227-0301F9B1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ED461EDD-90A5-48EF-BA35-E7DFBA05C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f33edc07b54c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82A3D8E-712D-4550-9404-D7B11F0F2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SELECT menunjukkan baris notes.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68304210ea4bf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AD1202F0-17D3-4868-8DA3-AAE21A97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restart api mengganti proses API.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fb3e2ad72f43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F86F0F1A-0D9F-4F5C-BA2E-FEA1E2BE7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GET masih menemukan catatan.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45a24f98824b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D8B34E07-14E2-4BE6-A403-9DE96DAB1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down/up membuat container baru.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337f99524042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4E71BE4D-5388-494B-B587-44BBCCD82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Named volume db_data tetap ada.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0f80992354432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9A051A04-F9CA-4FBB-92FB-7C66B4373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Cocokkan ID sebelum dan sesudah.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ea36b7058d4c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D76D88B0-F06D-4126-93EE-92B3D2D56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-v hanya untuk reset data latihan.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E6C5A840-6760-46A0-B700-04BD47893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AB434E49-6F06-4DF2-AF59-70D8509D5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3A586C3D-3408-4022-AA1D-C14C6CC4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4DAAA490-7B5F-484B-91D8-131F389D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3C4EA460-9257-4437-96B2-2ED2A1B6B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ID dan judul tetap sama sesudah restart.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17a89697e341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088" y="2103334"/>
            <a:ext cx="5084064" cy="299880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49613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FCF612E-3F9F-40FC-B72F-B4FA683DD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A25D123-61B9-48C7-9CEC-B7FB34171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23D0A80-74F8-420C-AE29-A68141DE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dc632de49842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9d3144cadf42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186EC26B-F14E-4692-B134-477A589A4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F9C9CF1-9350-4F86-8B7B-016838F1A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5 | Profile debug dan Adminer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4C8DADD-A205-43D6-B030-3F2236B8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Adminer hanya hidup ketika profile debug diminta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B9DA5ABD-A4AF-489A-8DDC-F9F92378B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9EF92F92-A3D7-464E-AC4F-8B45FDBF5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E54BA3D-68C5-4C77-8B40-B1FFEB005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4923997-C49B-4F14-B9C4-0B2236D9F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2AD876DC-790A-4C87-8B9C-3827AADA7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41733468-3CAD-4C90-A586-8312D7216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 terminal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FF9E64B-8660-43A2-A486-3AA89541C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docker compose --profile debug up -d adminer
docker compose ps
# Buka http://127.0.0.1:8081
# Server: db; DB: cloudnotes
# User: clouduser
docker compose exec db psql -U clouduser `
  -d cloudnotes -c `
  'SELECT id,title FROM notes;'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8A57B1CE-0F17-4268-B141-0F3C6D4B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F7F52A79-023C-447C-8548-04A566E39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F8431834-CDCF-4835-80C8-3D1C07B9D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1E4370DA-C83A-4639-B157-4A3D7FBE1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0F21B4DD-7015-4F48-8C1D-84EDAEE39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2D28D34B-1B4D-4760-BE3F-C07329625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Fungsi dan batas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A4DC4433-51EF-4154-B147-8681D0B2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Profile memisahkan alat debug.
Adminer mengakses db di network.
Password diambil dari file secret;
jangan taruh di screenshot/repo.
Port 8081 hanya untuk browser lokal.
Tutup dengan --profile debug down
agar Adminer ikut berhenti.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15408209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E00BA5D-03CE-4E64-AD01-D4F0624FE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BE6F0AA-9FA6-457D-97F7-A3AF050B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24B760E-C43E-4E9F-B449-530162CFA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714c301a7744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0523fb27d54e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76B87B5-D305-4390-9589-1FDE6A3A9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94C3903-75BC-4339-834A-9CCAE10D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5 | Baris di Adminer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273CA828-68E2-42D1-86F3-99427701E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UI database memperlihatkan item yang API kembalikan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3FF53E0-F41F-46C0-9EEF-B2CAF453D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1315538-859A-410E-A763-5E9E87E65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726ebb11af40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F0802DBE-9CD5-4951-871A-4AB287154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Aktifkan profile debug.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13d7f9df8b42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A570B24A-9E97-49E6-B3E2-4255CC62D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Buka Adminer pada port 8081.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ea08f6c49a41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D3B8A874-C6AA-463A-91D4-00457BD5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Pilih server db dan cloudnotes.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a968c296cb44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85C669D2-7E60-4FCB-BB80-7B6E906BE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Tabel notes berisi catatan tadi.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97be1b575748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65B1805C-894E-4274-8A45-2B40A4FFF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Bandingkan ID dengan GET /notes.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55d31c3e6347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10E91939-28DA-4A4C-968D-DA128FD4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Sembunyikan password saat merekam.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bf8a0fa2f746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3D5E2017-8FDF-4160-A555-7ABCDF183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Matikan profile setelah inspeksi.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273E65D6-BC8E-4EAD-842D-BD1A1426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75EB889F-A115-4A14-8F03-3FF0F4EC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ACCD90B-B5BE-47A5-A017-61304A1E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6885429F-2665-4F75-8C7A-598957A6A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F279684C-5BDF-48DF-AB33-22401508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 API dan baris database cocok.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db1586dbfc43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63309" y="2057400"/>
            <a:ext cx="4395622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70318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4582B02-309F-4BE2-9013-64E148F13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DB8BEAB-7C9F-477B-BB9C-3F80504F8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CFA13B2-7A45-44CE-8C47-E78FCB259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4938a323cf4f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fd6dea9bc04c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8788C63-1608-48A9-9FD9-7C0885858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01FD351-7094-4954-98D0-A46ED0C93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6 | Kunci insiden Redis berhenti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4486CA2-7442-4151-8B59-FF1A72920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Kasus kerja: health 503, data tetap dapat dibaca dari DB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9FD5C3A-DD9E-47DF-BF03-D48554BD1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2A9B180B-8A39-4360-8013-855F82AA3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7F2A731-0412-4519-A34E-38C90E6DF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1DA1E21-6C7A-4807-888B-5DE58696E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DBA078E2-7499-47EF-8924-43FF0CA88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EC78576F-AC15-413E-A82C-E1C4D38CC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 terminal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3D7B696-715E-4266-BDBB-467FC1BFF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docker compose stop cache
docker compose ps
docker compose logs --tail=50 api cache
Invoke-RestMethod `
  http://127.0.0.1:8000/notes
docker compose start cache
docker compose ps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8C482392-4C6A-4BF1-AD3C-44EAF92C2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3E2867B7-1F4B-4FC9-B0A3-127085EAA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776A264C-BDB7-450A-B127-8A0518169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CFB84381-FB63-4E2E-A79B-3DB6DDAD3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5D6D4D4D-4334-4D5C-AE58-0E4E8B82F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3559E21B-691F-4938-8798-313604D6F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Diagnosis dan pulih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94682742-34B2-4A4D-A300-49191D13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/health dapat menunjukkan 503
ketika Redis tidak sehat.
GET /notes tetap bisa membaca DB
dengan header MISS sebagai fallback.
Setelah start, tunggu healthy.
Jangan klaim cache sebagai DB utama.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07724745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6F550E1-4904-4E4C-8F35-13CD01DD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5A18126-AA52-4CE9-9A72-366CA0AE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7B5841C-8CD6-4B7F-AE3F-E664ACB9A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9cb509bd5847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4e934d79544b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B97183F-EE4D-413C-8941-20E9BECA2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67143AC-E264-4C33-9CBE-27E1B351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7 | Bersihkan dan push source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6831F4D-51A8-4E41-AD99-CBCB5340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Simpan volume untuk uji ulang; Lab 07 punya DB sendiri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41B265A-98F5-4E0A-B984-7CF27E467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44B0DC88-ED94-459F-B108-2B210C22C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C3C96D30-FAAD-437D-A11C-831D1BBE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09D6244-DD58-457A-9E05-D902507C2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92C897FC-76BE-4F71-92B7-EACC8D8BC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076F89D7-39BF-4E76-A32A-48607AE9F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 terminal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B2CAF6A-971F-42CD-A436-F0716965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docker compose --profile debug down
git status --short
git add compose.yaml api initdb .env.example
git add secrets/*.example MODUL_MAHASISWA.md hasil
git diff --cached --name-only
git diff --cached --check
git commit -m "lab06: Compose Cloud Notes"
git push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A6AE29B1-8A28-4DDC-8F21-3820331AF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B3732113-4205-4E69-8AFC-A256E77B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8F8207C6-EF57-4881-BAE6-933CF96B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846BD168-B1F2-4547-9ABC-D06D08D10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C6BA6439-75E0-4927-A428-5C2FE077E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541CDD3D-5A1A-4B76-BEEE-E97A68C9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Pemeriksaan Git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1D047B92-3F63-4D74-B7DD-765E53A34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.env dan db_password.txt asli
harus diabaikan Git.
Simpan bukti Anda sendiri di hasil.
Git menyimpan konfigurasi contoh,
bukan volume database.
down tanpa -v menjaga data.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58395367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B6B91ED-CA01-4C01-93B4-9472AECFE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FD2D0B2-1928-4307-ABC5-FC5F46C26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235646B-B960-4DA5-A505-25864027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3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59449be8324ff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f4d47d86bb4d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9BF8F48-5E3D-4BFE-81E9-8A13B9DC6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10CD45D-1BF3-466E-A328-E4BEC7724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awal | secret dan config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C87DE32-266A-4A27-9614-F6F2DB67D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Test-Path cek file; config validasi YAML; check-ignore melindungi secret</a:t>
            </a:r>
            <a:endParaRPr sz="1200"/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CA2C3FC3-2268-3632-60A5-8F36FCCD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09700"/>
            <a:ext cx="11252200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784C38AF-D50D-3EDB-2A20-35E58814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97500"/>
            <a:ext cx="11252200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77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8179848-0254-FC95-B234-981E0248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FILE LOKAL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9F041FD0-C768-9242-FF37-021E9D2B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.env dan password tersedia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AF74B100-F150-BE1A-A13C-CBD2FCE7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COMPOSE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B864305D-94C1-CBA2-4912-2EC5B118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config --quiet exit 0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7FEE0EF9-5060-12FC-A5E6-E5367599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GIT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B7FAF8FA-E512-3BA5-B85A-15159888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Kedua file diabaikan</a:t>
            </a:r>
          </a:p>
        </p:txBody>
      </p:sp>
      <p:pic>
        <p:nvPicPr>
          <p:cNvPr id="56" name="Picture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15c8ddf1824e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1699723"/>
            <a:ext cx="11099800" cy="330615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977749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E981688-DA94-468B-A4A6-FF7BF08B5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83D520C-E5C3-463B-91A1-30B7EA4BC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130C523-ABE3-471C-A1B0-5D909DEE4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3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a0596f52934c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2448878a034e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DBDBA45-B931-43C7-AD88-E48509D00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253FBCA-50FF-41DB-B5FB-822EF905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DNS | service dan health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90823B1-3742-447D-824C-F69394CF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getent hosts memakai DNS Compose; curl /health memeriksa API dan dependensi</a:t>
            </a:r>
            <a:endParaRPr sz="1200"/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CA2C3FC3-2268-3632-60A5-8F36FCCD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09700"/>
            <a:ext cx="11252200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784C38AF-D50D-3EDB-2A20-35E58814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97500"/>
            <a:ext cx="11252200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77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8179848-0254-FC95-B234-981E0248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DNS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9F041FD0-C768-9242-FF37-021E9D2B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db dan cache punya alamat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AF74B100-F150-BE1A-A13C-CBD2FCE7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NETWORK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B864305D-94C1-CBA2-4912-2EC5B118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IP internal dapat berubah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7FEE0EF9-5060-12FC-A5E6-E5367599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HTTP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B7FAF8FA-E512-3BA5-B85A-15159888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Health 200 dan JSON ok</a:t>
            </a:r>
          </a:p>
        </p:txBody>
      </p:sp>
      <p:pic>
        <p:nvPicPr>
          <p:cNvPr id="56" name="Picture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548b42048a4a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18228" y="1490898"/>
            <a:ext cx="9930144" cy="372380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656559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5EE5CFC-6BE1-4297-92E5-44E0472C0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2312FC7-261A-40C7-80DB-F74D5594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AF90779-BE2E-489C-9A5E-1058B5A4F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3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f255310642432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60392be7184c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DEDFE1A-2F94-48A1-82C4-904871F80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AF00FEC-E851-465A-A384-A0531063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Git | repo Lab 06 terbit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07A0134-C81B-4C5A-AD87-D9A705280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Push memperbarui origin/main; SHA sama membuktikan commit terbit</a:t>
            </a:r>
            <a:endParaRPr sz="1200"/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CA2C3FC3-2268-3632-60A5-8F36FCCD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09700"/>
            <a:ext cx="11252200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784C38AF-D50D-3EDB-2A20-35E58814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97500"/>
            <a:ext cx="11252200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77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8179848-0254-FC95-B234-981E0248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TUJUAN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9F041FD0-C768-9242-FF37-021E9D2B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 = meet6CloudService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AF74B100-F150-BE1A-A13C-CBD2FCE7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HASIL PUSH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B864305D-94C1-CBA2-4912-2EC5B118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SHA lokal = remote saat uji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7FEE0EF9-5060-12FC-A5E6-E5367599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MAHASISWA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B7FAF8FA-E512-3BA5-B85A-15159888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git push -u origin main</a:t>
            </a:r>
          </a:p>
        </p:txBody>
      </p:sp>
      <p:pic>
        <p:nvPicPr>
          <p:cNvPr id="56" name="Picture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b0e3960a4c4b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69624" y="1490898"/>
            <a:ext cx="9427351" cy="372380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57798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2026-10-07T19:03:57.3970000Z</dcterms:created>
  <dcterms:modified xsi:type="dcterms:W3CDTF">2026-10-07T19:03:57.3970000Z</dcterms:modified>
</coreProperties>
</file>